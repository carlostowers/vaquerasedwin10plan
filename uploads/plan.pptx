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C00C6-A36C-4129-8580-942AE0124FF0}" v="1" dt="2026-08-21T12:03:01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in E. Aponte" userId="28f9fefc-c76a-4ffd-84d0-52fc6feeeffa" providerId="ADAL" clId="{70B99FD4-361F-4EEB-87BC-067887D46CD6}"/>
    <pc:docChg chg="addSld delSld modSld">
      <pc:chgData name="Edwin E. Aponte" userId="28f9fefc-c76a-4ffd-84d0-52fc6feeeffa" providerId="ADAL" clId="{70B99FD4-361F-4EEB-87BC-067887D46CD6}" dt="2026-08-21T12:04:35.069" v="12" actId="20577"/>
      <pc:docMkLst>
        <pc:docMk/>
      </pc:docMkLst>
      <pc:sldChg chg="del">
        <pc:chgData name="Edwin E. Aponte" userId="28f9fefc-c76a-4ffd-84d0-52fc6feeeffa" providerId="ADAL" clId="{70B99FD4-361F-4EEB-87BC-067887D46CD6}" dt="2026-08-21T12:03:10.636" v="4" actId="47"/>
        <pc:sldMkLst>
          <pc:docMk/>
          <pc:sldMk cId="1689502208" sldId="271"/>
        </pc:sldMkLst>
      </pc:sldChg>
      <pc:sldChg chg="addSp new del mod">
        <pc:chgData name="Edwin E. Aponte" userId="28f9fefc-c76a-4ffd-84d0-52fc6feeeffa" providerId="ADAL" clId="{70B99FD4-361F-4EEB-87BC-067887D46CD6}" dt="2026-08-21T12:03:06.280" v="3" actId="47"/>
        <pc:sldMkLst>
          <pc:docMk/>
          <pc:sldMk cId="537189975" sldId="272"/>
        </pc:sldMkLst>
        <pc:picChg chg="add">
          <ac:chgData name="Edwin E. Aponte" userId="28f9fefc-c76a-4ffd-84d0-52fc6feeeffa" providerId="ADAL" clId="{70B99FD4-361F-4EEB-87BC-067887D46CD6}" dt="2026-08-21T12:02:54.406" v="1" actId="22"/>
          <ac:picMkLst>
            <pc:docMk/>
            <pc:sldMk cId="537189975" sldId="272"/>
            <ac:picMk id="3" creationId="{A6BC5B41-9C5F-42D5-7DD8-BCCB5BAD20A2}"/>
          </ac:picMkLst>
        </pc:picChg>
      </pc:sldChg>
      <pc:sldChg chg="modSp add mod">
        <pc:chgData name="Edwin E. Aponte" userId="28f9fefc-c76a-4ffd-84d0-52fc6feeeffa" providerId="ADAL" clId="{70B99FD4-361F-4EEB-87BC-067887D46CD6}" dt="2026-08-21T12:04:35.069" v="12" actId="20577"/>
        <pc:sldMkLst>
          <pc:docMk/>
          <pc:sldMk cId="30449961" sldId="273"/>
        </pc:sldMkLst>
        <pc:spChg chg="mod">
          <ac:chgData name="Edwin E. Aponte" userId="28f9fefc-c76a-4ffd-84d0-52fc6feeeffa" providerId="ADAL" clId="{70B99FD4-361F-4EEB-87BC-067887D46CD6}" dt="2026-08-21T12:04:35.069" v="12" actId="20577"/>
          <ac:spMkLst>
            <pc:docMk/>
            <pc:sldMk cId="30449961" sldId="273"/>
            <ac:spMk id="8" creationId="{8AD34D8A-B577-4440-9EA8-A2DDD74BB9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496" r="1496"/>
          <a:stretch>
            <a:fillRect/>
          </a:stretch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  <p:sp>
        <p:nvSpPr>
          <p:cNvPr id="2" name="photo-overlay">
            <a:extLst>
              <a:ext uri="{FF2B5EF4-FFF2-40B4-BE49-F238E27FC236}">
                <a16:creationId xmlns:a16="http://schemas.microsoft.com/office/drawing/2014/main" id="{B6BB7F6D-90AB-4A7F-B74B-FAA32FCE813E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2000250" cy="6858000"/>
          </a:xfrm>
          <a:prstGeom prst="rect">
            <a:avLst/>
          </a:prstGeom>
          <a:solidFill>
            <a:srgbClr val="071D4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yellow-stripe">
            <a:extLst>
              <a:ext uri="{FF2B5EF4-FFF2-40B4-BE49-F238E27FC236}">
                <a16:creationId xmlns:a16="http://schemas.microsoft.com/office/drawing/2014/main" id="{F2C26B60-D410-43DF-96D2-120E41BB67FA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95250" cy="468630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4588" y="666750"/>
            <a:ext cx="1500774" cy="1000125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ED3542B5-B901-45F9-9542-AE3A6686DA47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581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 de trabajo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Vaqueras 10U</a:t>
            </a:r>
          </a:p>
        </p:txBody>
      </p:sp>
      <p:sp>
        <p:nvSpPr>
          <p:cNvPr id="6" name="season">
            <a:extLst>
              <a:ext uri="{FF2B5EF4-FFF2-40B4-BE49-F238E27FC236}">
                <a16:creationId xmlns:a16="http://schemas.microsoft.com/office/drawing/2014/main" id="{F00CF6EA-6D20-4D6A-A0DD-9C058E8E8078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C928"/>
                </a:solidFill>
              </a:defRPr>
            </a:pPr>
            <a:r>
              <a:rPr sz="1650" b="1">
                <a:solidFill>
                  <a:srgbClr val="FFC928"/>
                </a:solidFill>
              </a:rPr>
              <a:t>TEMPORADA 2026–2027</a:t>
            </a:r>
          </a:p>
        </p:txBody>
      </p:sp>
      <p:sp>
        <p:nvSpPr>
          <p:cNvPr id="7" name="coach">
            <a:extLst>
              <a:ext uri="{FF2B5EF4-FFF2-40B4-BE49-F238E27FC236}">
                <a16:creationId xmlns:a16="http://schemas.microsoft.com/office/drawing/2014/main" id="{3D680C23-2DA6-4C4A-977A-C1FCD0D3CCA1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D7E7F4"/>
                </a:solidFill>
              </a:defRPr>
            </a:pPr>
            <a:r>
              <a:rPr sz="1500" b="0">
                <a:solidFill>
                  <a:srgbClr val="D7E7F4"/>
                </a:solidFill>
              </a:rPr>
              <a:t>Dirigente: Edwin Aponte Santiago</a:t>
            </a:r>
          </a:p>
          <a:p>
            <a:pPr algn="l">
              <a:defRPr sz="1500" b="0">
                <a:solidFill>
                  <a:srgbClr val="D7E7F4"/>
                </a:solidFill>
              </a:defRPr>
            </a:pPr>
            <a:r>
              <a:rPr sz="1500" b="0">
                <a:solidFill>
                  <a:srgbClr val="D7E7F4"/>
                </a:solidFill>
              </a:rPr>
              <a:t>Coordinadora: Janisse Pagán Trinidad</a:t>
            </a:r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4F59552A-9B43-4191-AB36-6A5308F1325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VAQUERAS 10U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E3AF4A97-F10E-4D7F-B17F-878E196EC482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02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accent">
            <a:extLst>
              <a:ext uri="{FF2B5EF4-FFF2-40B4-BE49-F238E27FC236}">
                <a16:creationId xmlns:a16="http://schemas.microsoft.com/office/drawing/2014/main" id="{CF8E7D84-6C46-44D1-9B79-2D5344C1B9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7B5102B3-0110-4B06-BB36-4CB9782AF03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26B40A9-1B2A-45B2-B3D4-3AE2BF00D96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Nuestro equipo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DD0CD77F-E585-4D4A-AF82-A9D103E0F7B2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ntro">
            <a:extLst>
              <a:ext uri="{FF2B5EF4-FFF2-40B4-BE49-F238E27FC236}">
                <a16:creationId xmlns:a16="http://schemas.microsoft.com/office/drawing/2014/main" id="{37CDDFB9-CD02-4CE9-B2A9-B91EAB65A6C8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71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23B8F"/>
                </a:solidFill>
              </a:defRPr>
            </a:pPr>
            <a:r>
              <a:rPr sz="1800" b="1">
                <a:solidFill>
                  <a:srgbClr val="123B8F"/>
                </a:solidFill>
              </a:rPr>
              <a:t>11 jugadoras · una misma identidad</a:t>
            </a:r>
          </a:p>
        </p:txBody>
      </p:sp>
      <p:sp>
        <p:nvSpPr>
          <p:cNvPr id="6" name="num-bg-0">
            <a:extLst>
              <a:ext uri="{FF2B5EF4-FFF2-40B4-BE49-F238E27FC236}">
                <a16:creationId xmlns:a16="http://schemas.microsoft.com/office/drawing/2014/main" id="{04FC627B-2EA0-4929-B30C-99C1D7C0AD2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um-0">
            <a:extLst>
              <a:ext uri="{FF2B5EF4-FFF2-40B4-BE49-F238E27FC236}">
                <a16:creationId xmlns:a16="http://schemas.microsoft.com/office/drawing/2014/main" id="{2280F51E-D0C4-4240-B4F3-C84B58CC790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name-0">
            <a:extLst>
              <a:ext uri="{FF2B5EF4-FFF2-40B4-BE49-F238E27FC236}">
                <a16:creationId xmlns:a16="http://schemas.microsoft.com/office/drawing/2014/main" id="{601E7376-E381-4C06-8137-3079CC568D54}"/>
              </a:ext>
            </a:extLst>
          </p:cNvPr>
          <p:cNvSpPr>
            <a:spLocks noGrp="1"/>
          </p:cNvSpPr>
          <p:nvPr/>
        </p:nvSpPr>
        <p:spPr>
          <a:xfrm>
            <a:off x="1181100" y="20955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Amaia Salgado</a:t>
            </a:r>
          </a:p>
        </p:txBody>
      </p:sp>
      <p:sp>
        <p:nvSpPr>
          <p:cNvPr id="9" name="num-bg-1">
            <a:extLst>
              <a:ext uri="{FF2B5EF4-FFF2-40B4-BE49-F238E27FC236}">
                <a16:creationId xmlns:a16="http://schemas.microsoft.com/office/drawing/2014/main" id="{6A8664CD-409D-4D47-B45B-9FF5C9376DB5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-1">
            <a:extLst>
              <a:ext uri="{FF2B5EF4-FFF2-40B4-BE49-F238E27FC236}">
                <a16:creationId xmlns:a16="http://schemas.microsoft.com/office/drawing/2014/main" id="{56A90D8D-D10A-4DBE-BF6E-3579A3251901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ame-1">
            <a:extLst>
              <a:ext uri="{FF2B5EF4-FFF2-40B4-BE49-F238E27FC236}">
                <a16:creationId xmlns:a16="http://schemas.microsoft.com/office/drawing/2014/main" id="{B47E83FF-12E4-42FB-8151-BC8B1C44E3A2}"/>
              </a:ext>
            </a:extLst>
          </p:cNvPr>
          <p:cNvSpPr>
            <a:spLocks noGrp="1"/>
          </p:cNvSpPr>
          <p:nvPr/>
        </p:nvSpPr>
        <p:spPr>
          <a:xfrm>
            <a:off x="1181100" y="27146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Anelisse Cruz</a:t>
            </a:r>
          </a:p>
        </p:txBody>
      </p:sp>
      <p:sp>
        <p:nvSpPr>
          <p:cNvPr id="12" name="num-bg-2">
            <a:extLst>
              <a:ext uri="{FF2B5EF4-FFF2-40B4-BE49-F238E27FC236}">
                <a16:creationId xmlns:a16="http://schemas.microsoft.com/office/drawing/2014/main" id="{3205178A-9139-4EDE-8AD7-12C8BD88EB97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um-2">
            <a:extLst>
              <a:ext uri="{FF2B5EF4-FFF2-40B4-BE49-F238E27FC236}">
                <a16:creationId xmlns:a16="http://schemas.microsoft.com/office/drawing/2014/main" id="{4B234F6E-0554-4C99-A9C9-31907F556DF4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name-2">
            <a:extLst>
              <a:ext uri="{FF2B5EF4-FFF2-40B4-BE49-F238E27FC236}">
                <a16:creationId xmlns:a16="http://schemas.microsoft.com/office/drawing/2014/main" id="{FE1EC462-4B7D-4C3D-9889-B14DA20D4E39}"/>
              </a:ext>
            </a:extLst>
          </p:cNvPr>
          <p:cNvSpPr>
            <a:spLocks noGrp="1"/>
          </p:cNvSpPr>
          <p:nvPr/>
        </p:nvSpPr>
        <p:spPr>
          <a:xfrm>
            <a:off x="1181100" y="3333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Charlotte Pérez</a:t>
            </a:r>
          </a:p>
        </p:txBody>
      </p:sp>
      <p:sp>
        <p:nvSpPr>
          <p:cNvPr id="15" name="num-bg-3">
            <a:extLst>
              <a:ext uri="{FF2B5EF4-FFF2-40B4-BE49-F238E27FC236}">
                <a16:creationId xmlns:a16="http://schemas.microsoft.com/office/drawing/2014/main" id="{FC2AC9A3-1076-4E45-9E6E-01CC9676E05F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num-3">
            <a:extLst>
              <a:ext uri="{FF2B5EF4-FFF2-40B4-BE49-F238E27FC236}">
                <a16:creationId xmlns:a16="http://schemas.microsoft.com/office/drawing/2014/main" id="{AD9B65D9-E76A-4D4D-AC07-C08DAC0F5C50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name-3">
            <a:extLst>
              <a:ext uri="{FF2B5EF4-FFF2-40B4-BE49-F238E27FC236}">
                <a16:creationId xmlns:a16="http://schemas.microsoft.com/office/drawing/2014/main" id="{6C0CD5BD-F5A1-41D3-A902-D65E6ACABCC6}"/>
              </a:ext>
            </a:extLst>
          </p:cNvPr>
          <p:cNvSpPr>
            <a:spLocks noGrp="1"/>
          </p:cNvSpPr>
          <p:nvPr/>
        </p:nvSpPr>
        <p:spPr>
          <a:xfrm>
            <a:off x="1181100" y="395287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Mikaela Dávila</a:t>
            </a:r>
          </a:p>
        </p:txBody>
      </p:sp>
      <p:sp>
        <p:nvSpPr>
          <p:cNvPr id="18" name="num-bg-4">
            <a:extLst>
              <a:ext uri="{FF2B5EF4-FFF2-40B4-BE49-F238E27FC236}">
                <a16:creationId xmlns:a16="http://schemas.microsoft.com/office/drawing/2014/main" id="{905FAF69-4FE7-4F35-AD25-2789EBCF44D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num-4">
            <a:extLst>
              <a:ext uri="{FF2B5EF4-FFF2-40B4-BE49-F238E27FC236}">
                <a16:creationId xmlns:a16="http://schemas.microsoft.com/office/drawing/2014/main" id="{14EA1BD9-71D2-4E7E-A652-EBFA1FD4E1A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name-4">
            <a:extLst>
              <a:ext uri="{FF2B5EF4-FFF2-40B4-BE49-F238E27FC236}">
                <a16:creationId xmlns:a16="http://schemas.microsoft.com/office/drawing/2014/main" id="{1DDAF52F-810E-4B9F-8971-9B4EEA3357A7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Xaviana Rosario</a:t>
            </a:r>
          </a:p>
        </p:txBody>
      </p:sp>
      <p:sp>
        <p:nvSpPr>
          <p:cNvPr id="21" name="num-bg-5">
            <a:extLst>
              <a:ext uri="{FF2B5EF4-FFF2-40B4-BE49-F238E27FC236}">
                <a16:creationId xmlns:a16="http://schemas.microsoft.com/office/drawing/2014/main" id="{868E8F8F-ECB1-4E3A-84CE-5C00B2562951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num-5">
            <a:extLst>
              <a:ext uri="{FF2B5EF4-FFF2-40B4-BE49-F238E27FC236}">
                <a16:creationId xmlns:a16="http://schemas.microsoft.com/office/drawing/2014/main" id="{EBAC2F33-73EE-43EC-A558-95628161CA6B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name-5">
            <a:extLst>
              <a:ext uri="{FF2B5EF4-FFF2-40B4-BE49-F238E27FC236}">
                <a16:creationId xmlns:a16="http://schemas.microsoft.com/office/drawing/2014/main" id="{BFB9FC2E-04AD-402F-A92A-53FC899B8FCD}"/>
              </a:ext>
            </a:extLst>
          </p:cNvPr>
          <p:cNvSpPr>
            <a:spLocks noGrp="1"/>
          </p:cNvSpPr>
          <p:nvPr/>
        </p:nvSpPr>
        <p:spPr>
          <a:xfrm>
            <a:off x="1181100" y="51911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Daniela Montalvo</a:t>
            </a:r>
          </a:p>
        </p:txBody>
      </p:sp>
      <p:sp>
        <p:nvSpPr>
          <p:cNvPr id="24" name="num-bg-6">
            <a:extLst>
              <a:ext uri="{FF2B5EF4-FFF2-40B4-BE49-F238E27FC236}">
                <a16:creationId xmlns:a16="http://schemas.microsoft.com/office/drawing/2014/main" id="{7913EFBF-981B-4907-9794-DC56CAEC5F2E}"/>
              </a:ext>
            </a:extLst>
          </p:cNvPr>
          <p:cNvSpPr>
            <a:spLocks noGrp="1"/>
          </p:cNvSpPr>
          <p:nvPr/>
        </p:nvSpPr>
        <p:spPr>
          <a:xfrm>
            <a:off x="5895975" y="20955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num-6">
            <a:extLst>
              <a:ext uri="{FF2B5EF4-FFF2-40B4-BE49-F238E27FC236}">
                <a16:creationId xmlns:a16="http://schemas.microsoft.com/office/drawing/2014/main" id="{461FBFEE-BDC7-46E4-A1DD-9D8E3DCC19B1}"/>
              </a:ext>
            </a:extLst>
          </p:cNvPr>
          <p:cNvSpPr>
            <a:spLocks noGrp="1"/>
          </p:cNvSpPr>
          <p:nvPr/>
        </p:nvSpPr>
        <p:spPr>
          <a:xfrm>
            <a:off x="5895975" y="2095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name-6">
            <a:extLst>
              <a:ext uri="{FF2B5EF4-FFF2-40B4-BE49-F238E27FC236}">
                <a16:creationId xmlns:a16="http://schemas.microsoft.com/office/drawing/2014/main" id="{773E9BA3-D434-4005-B3F2-BA3647ED7DD8}"/>
              </a:ext>
            </a:extLst>
          </p:cNvPr>
          <p:cNvSpPr>
            <a:spLocks noGrp="1"/>
          </p:cNvSpPr>
          <p:nvPr/>
        </p:nvSpPr>
        <p:spPr>
          <a:xfrm>
            <a:off x="6467475" y="20955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Gabriela Colón</a:t>
            </a:r>
          </a:p>
        </p:txBody>
      </p:sp>
      <p:sp>
        <p:nvSpPr>
          <p:cNvPr id="27" name="num-bg-7">
            <a:extLst>
              <a:ext uri="{FF2B5EF4-FFF2-40B4-BE49-F238E27FC236}">
                <a16:creationId xmlns:a16="http://schemas.microsoft.com/office/drawing/2014/main" id="{3DA8CB6B-D10F-41AF-9879-7BD39C510E9B}"/>
              </a:ext>
            </a:extLst>
          </p:cNvPr>
          <p:cNvSpPr>
            <a:spLocks noGrp="1"/>
          </p:cNvSpPr>
          <p:nvPr/>
        </p:nvSpPr>
        <p:spPr>
          <a:xfrm>
            <a:off x="5895975" y="27146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num-7">
            <a:extLst>
              <a:ext uri="{FF2B5EF4-FFF2-40B4-BE49-F238E27FC236}">
                <a16:creationId xmlns:a16="http://schemas.microsoft.com/office/drawing/2014/main" id="{2360F283-89B6-46E5-8C4E-164D2831D583}"/>
              </a:ext>
            </a:extLst>
          </p:cNvPr>
          <p:cNvSpPr>
            <a:spLocks noGrp="1"/>
          </p:cNvSpPr>
          <p:nvPr/>
        </p:nvSpPr>
        <p:spPr>
          <a:xfrm>
            <a:off x="5895975" y="2714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name-7">
            <a:extLst>
              <a:ext uri="{FF2B5EF4-FFF2-40B4-BE49-F238E27FC236}">
                <a16:creationId xmlns:a16="http://schemas.microsoft.com/office/drawing/2014/main" id="{3BE0DC1C-4E9F-4F5B-9E3F-11DC11DDA23A}"/>
              </a:ext>
            </a:extLst>
          </p:cNvPr>
          <p:cNvSpPr>
            <a:spLocks noGrp="1"/>
          </p:cNvSpPr>
          <p:nvPr/>
        </p:nvSpPr>
        <p:spPr>
          <a:xfrm>
            <a:off x="6467475" y="27146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Giliana Muñoz</a:t>
            </a:r>
          </a:p>
        </p:txBody>
      </p:sp>
      <p:sp>
        <p:nvSpPr>
          <p:cNvPr id="30" name="num-bg-8">
            <a:extLst>
              <a:ext uri="{FF2B5EF4-FFF2-40B4-BE49-F238E27FC236}">
                <a16:creationId xmlns:a16="http://schemas.microsoft.com/office/drawing/2014/main" id="{6FF4ADB4-46AE-425B-B3D9-9EBF5DA5E4B8}"/>
              </a:ext>
            </a:extLst>
          </p:cNvPr>
          <p:cNvSpPr>
            <a:spLocks noGrp="1"/>
          </p:cNvSpPr>
          <p:nvPr/>
        </p:nvSpPr>
        <p:spPr>
          <a:xfrm>
            <a:off x="5895975" y="33337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num-8">
            <a:extLst>
              <a:ext uri="{FF2B5EF4-FFF2-40B4-BE49-F238E27FC236}">
                <a16:creationId xmlns:a16="http://schemas.microsoft.com/office/drawing/2014/main" id="{C0B388C9-1FEA-421B-B41E-0AE0EE7DAD42}"/>
              </a:ext>
            </a:extLst>
          </p:cNvPr>
          <p:cNvSpPr>
            <a:spLocks noGrp="1"/>
          </p:cNvSpPr>
          <p:nvPr/>
        </p:nvSpPr>
        <p:spPr>
          <a:xfrm>
            <a:off x="5895975" y="3333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2" name="name-8">
            <a:extLst>
              <a:ext uri="{FF2B5EF4-FFF2-40B4-BE49-F238E27FC236}">
                <a16:creationId xmlns:a16="http://schemas.microsoft.com/office/drawing/2014/main" id="{3809A09A-0268-4649-AE2D-EEEF9ACEB34C}"/>
              </a:ext>
            </a:extLst>
          </p:cNvPr>
          <p:cNvSpPr>
            <a:spLocks noGrp="1"/>
          </p:cNvSpPr>
          <p:nvPr/>
        </p:nvSpPr>
        <p:spPr>
          <a:xfrm>
            <a:off x="6467475" y="33337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Katalina Gotay</a:t>
            </a:r>
          </a:p>
        </p:txBody>
      </p:sp>
      <p:sp>
        <p:nvSpPr>
          <p:cNvPr id="33" name="num-bg-9">
            <a:extLst>
              <a:ext uri="{FF2B5EF4-FFF2-40B4-BE49-F238E27FC236}">
                <a16:creationId xmlns:a16="http://schemas.microsoft.com/office/drawing/2014/main" id="{136B326B-D599-4DA3-AE83-00FCD7FF0089}"/>
              </a:ext>
            </a:extLst>
          </p:cNvPr>
          <p:cNvSpPr>
            <a:spLocks noGrp="1"/>
          </p:cNvSpPr>
          <p:nvPr/>
        </p:nvSpPr>
        <p:spPr>
          <a:xfrm>
            <a:off x="5895975" y="395287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num-9">
            <a:extLst>
              <a:ext uri="{FF2B5EF4-FFF2-40B4-BE49-F238E27FC236}">
                <a16:creationId xmlns:a16="http://schemas.microsoft.com/office/drawing/2014/main" id="{96D04048-FBCA-4739-AFB2-3B6B5D072B2E}"/>
              </a:ext>
            </a:extLst>
          </p:cNvPr>
          <p:cNvSpPr>
            <a:spLocks noGrp="1"/>
          </p:cNvSpPr>
          <p:nvPr/>
        </p:nvSpPr>
        <p:spPr>
          <a:xfrm>
            <a:off x="5895975" y="39528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name-9">
            <a:extLst>
              <a:ext uri="{FF2B5EF4-FFF2-40B4-BE49-F238E27FC236}">
                <a16:creationId xmlns:a16="http://schemas.microsoft.com/office/drawing/2014/main" id="{1C18FB84-9798-4A64-A73D-8D673AF9A953}"/>
              </a:ext>
            </a:extLst>
          </p:cNvPr>
          <p:cNvSpPr>
            <a:spLocks noGrp="1"/>
          </p:cNvSpPr>
          <p:nvPr/>
        </p:nvSpPr>
        <p:spPr>
          <a:xfrm>
            <a:off x="6467475" y="395287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Mia Mills</a:t>
            </a:r>
          </a:p>
        </p:txBody>
      </p:sp>
      <p:sp>
        <p:nvSpPr>
          <p:cNvPr id="36" name="num-bg-10">
            <a:extLst>
              <a:ext uri="{FF2B5EF4-FFF2-40B4-BE49-F238E27FC236}">
                <a16:creationId xmlns:a16="http://schemas.microsoft.com/office/drawing/2014/main" id="{BC611277-8E85-44C8-BBC7-F511C1217202}"/>
              </a:ext>
            </a:extLst>
          </p:cNvPr>
          <p:cNvSpPr>
            <a:spLocks noGrp="1"/>
          </p:cNvSpPr>
          <p:nvPr/>
        </p:nvSpPr>
        <p:spPr>
          <a:xfrm>
            <a:off x="5895975" y="45720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num-10">
            <a:extLst>
              <a:ext uri="{FF2B5EF4-FFF2-40B4-BE49-F238E27FC236}">
                <a16:creationId xmlns:a16="http://schemas.microsoft.com/office/drawing/2014/main" id="{3CFF6A53-E141-44C1-9949-ECA77DC33F4E}"/>
              </a:ext>
            </a:extLst>
          </p:cNvPr>
          <p:cNvSpPr>
            <a:spLocks noGrp="1"/>
          </p:cNvSpPr>
          <p:nvPr/>
        </p:nvSpPr>
        <p:spPr>
          <a:xfrm>
            <a:off x="5895975" y="45720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name-10">
            <a:extLst>
              <a:ext uri="{FF2B5EF4-FFF2-40B4-BE49-F238E27FC236}">
                <a16:creationId xmlns:a16="http://schemas.microsoft.com/office/drawing/2014/main" id="{E13B4937-A30C-4042-9081-0F54252190EA}"/>
              </a:ext>
            </a:extLst>
          </p:cNvPr>
          <p:cNvSpPr>
            <a:spLocks noGrp="1"/>
          </p:cNvSpPr>
          <p:nvPr/>
        </p:nvSpPr>
        <p:spPr>
          <a:xfrm>
            <a:off x="6467475" y="45720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Miranda Rivera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77186" y="5334000"/>
            <a:ext cx="1286377" cy="857250"/>
          </a:xfrm>
          <a:prstGeom prst="rect">
            <a:avLst/>
          </a:prstGeom>
        </p:spPr>
      </p:pic>
      <p:sp>
        <p:nvSpPr>
          <p:cNvPr id="40" name="footer">
            <a:extLst>
              <a:ext uri="{FF2B5EF4-FFF2-40B4-BE49-F238E27FC236}">
                <a16:creationId xmlns:a16="http://schemas.microsoft.com/office/drawing/2014/main" id="{FF7555D3-7FBC-4FAD-9C6D-CC94CBAA68E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41" name="page">
            <a:extLst>
              <a:ext uri="{FF2B5EF4-FFF2-40B4-BE49-F238E27FC236}">
                <a16:creationId xmlns:a16="http://schemas.microsoft.com/office/drawing/2014/main" id="{AAFF0AA1-8B67-4DDF-AD13-6FF2FBB723FD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043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">
            <a:extLst>
              <a:ext uri="{FF2B5EF4-FFF2-40B4-BE49-F238E27FC236}">
                <a16:creationId xmlns:a16="http://schemas.microsoft.com/office/drawing/2014/main" id="{9BE0AFFA-2E00-415C-81A5-877F76B9A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EA748992-5CDE-4C4F-A61D-40C5D1B0679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56451E4-226A-45C1-ACA7-14ED517E5DA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Aprender, competir y crecer juntas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5DDF7F3-7B94-47F7-AE8D-6584C4B8B33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ead">
            <a:extLst>
              <a:ext uri="{FF2B5EF4-FFF2-40B4-BE49-F238E27FC236}">
                <a16:creationId xmlns:a16="http://schemas.microsoft.com/office/drawing/2014/main" id="{37D0B3E2-0EE0-4818-9573-2A04F9B8E8B9}"/>
              </a:ext>
            </a:extLst>
          </p:cNvPr>
          <p:cNvSpPr>
            <a:spLocks noGrp="1"/>
          </p:cNvSpPr>
          <p:nvPr/>
        </p:nvSpPr>
        <p:spPr>
          <a:xfrm>
            <a:off x="609600" y="1581814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23B8F"/>
                </a:solidFill>
              </a:defRPr>
            </a:pPr>
            <a:r>
              <a:rPr sz="1725" b="1" dirty="0">
                <a:solidFill>
                  <a:srgbClr val="123B8F"/>
                </a:solidFill>
              </a:rPr>
              <a:t>Nuestra meta principal</a:t>
            </a:r>
          </a:p>
        </p:txBody>
      </p:sp>
      <p:sp>
        <p:nvSpPr>
          <p:cNvPr id="6" name="statement">
            <a:extLst>
              <a:ext uri="{FF2B5EF4-FFF2-40B4-BE49-F238E27FC236}">
                <a16:creationId xmlns:a16="http://schemas.microsoft.com/office/drawing/2014/main" id="{07D19876-1FA6-4563-BB84-C55FC9EA9723}"/>
              </a:ext>
            </a:extLst>
          </p:cNvPr>
          <p:cNvSpPr>
            <a:spLocks noGrp="1"/>
          </p:cNvSpPr>
          <p:nvPr/>
        </p:nvSpPr>
        <p:spPr>
          <a:xfrm>
            <a:off x="590550" y="2028825"/>
            <a:ext cx="61912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71D49"/>
                </a:solidFill>
              </a:defRPr>
            </a:pPr>
            <a:r>
              <a:rPr sz="2550" b="1" dirty="0" err="1">
                <a:solidFill>
                  <a:srgbClr val="071D49"/>
                </a:solidFill>
              </a:rPr>
              <a:t>Construir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fundamentos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sólidos</a:t>
            </a:r>
            <a:r>
              <a:rPr sz="2550" b="1" dirty="0">
                <a:solidFill>
                  <a:srgbClr val="071D49"/>
                </a:solidFill>
              </a:rPr>
              <a:t> y un </a:t>
            </a:r>
            <a:r>
              <a:rPr sz="2550" b="1" dirty="0" err="1">
                <a:solidFill>
                  <a:srgbClr val="071D49"/>
                </a:solidFill>
              </a:rPr>
              <a:t>sistema</a:t>
            </a:r>
            <a:r>
              <a:rPr sz="2550" b="1" dirty="0">
                <a:solidFill>
                  <a:srgbClr val="071D49"/>
                </a:solidFill>
              </a:rPr>
              <a:t> de juego </a:t>
            </a:r>
            <a:r>
              <a:rPr sz="2550" b="1" dirty="0" err="1">
                <a:solidFill>
                  <a:srgbClr val="071D49"/>
                </a:solidFill>
              </a:rPr>
              <a:t>consistente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que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nos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permita</a:t>
            </a:r>
            <a:r>
              <a:rPr sz="2550" b="1" dirty="0">
                <a:solidFill>
                  <a:srgbClr val="071D49"/>
                </a:solidFill>
              </a:rPr>
              <a:t> </a:t>
            </a:r>
            <a:r>
              <a:rPr sz="2550" b="1" dirty="0" err="1">
                <a:solidFill>
                  <a:srgbClr val="071D49"/>
                </a:solidFill>
              </a:rPr>
              <a:t>competir</a:t>
            </a:r>
            <a:r>
              <a:rPr sz="2550" b="1" dirty="0">
                <a:solidFill>
                  <a:srgbClr val="071D49"/>
                </a:solidFill>
              </a:rPr>
              <a:t> con confianza</a:t>
            </a:r>
            <a:r>
              <a:rPr lang="en-US" sz="2550" b="1" dirty="0">
                <a:solidFill>
                  <a:srgbClr val="071D49"/>
                </a:solidFill>
              </a:rPr>
              <a:t> al major </a:t>
            </a:r>
            <a:r>
              <a:rPr lang="en-US" sz="2550" b="1" dirty="0" err="1">
                <a:solidFill>
                  <a:srgbClr val="071D49"/>
                </a:solidFill>
              </a:rPr>
              <a:t>nivel</a:t>
            </a:r>
            <a:r>
              <a:rPr lang="en-US" sz="2550" b="1" dirty="0">
                <a:solidFill>
                  <a:srgbClr val="071D49"/>
                </a:solidFill>
              </a:rPr>
              <a:t> </a:t>
            </a:r>
            <a:r>
              <a:rPr lang="en-US" sz="2550" b="1" dirty="0" err="1">
                <a:solidFill>
                  <a:srgbClr val="071D49"/>
                </a:solidFill>
              </a:rPr>
              <a:t>posible</a:t>
            </a:r>
            <a:r>
              <a:rPr sz="2550" b="1" dirty="0">
                <a:solidFill>
                  <a:srgbClr val="071D49"/>
                </a:solidFill>
              </a:rPr>
              <a:t>.</a:t>
            </a:r>
          </a:p>
        </p:txBody>
      </p:sp>
      <p:sp>
        <p:nvSpPr>
          <p:cNvPr id="7" name="photo-frame">
            <a:extLst>
              <a:ext uri="{FF2B5EF4-FFF2-40B4-BE49-F238E27FC236}">
                <a16:creationId xmlns:a16="http://schemas.microsoft.com/office/drawing/2014/main" id="{72DE3F3E-FEAD-43B4-8F62-7FE8591B59E6}"/>
              </a:ext>
            </a:extLst>
          </p:cNvPr>
          <p:cNvSpPr>
            <a:spLocks noGrp="1"/>
          </p:cNvSpPr>
          <p:nvPr/>
        </p:nvSpPr>
        <p:spPr>
          <a:xfrm>
            <a:off x="7524750" y="1676400"/>
            <a:ext cx="40005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 t="16789" b="16789"/>
          <a:stretch>
            <a:fillRect/>
          </a:stretch>
        </p:blipFill>
        <p:spPr>
          <a:xfrm>
            <a:off x="7677150" y="1828800"/>
            <a:ext cx="3695700" cy="3314700"/>
          </a:xfrm>
          <a:prstGeom prst="roundRect">
            <a:avLst>
              <a:gd name="adj" fmla="val 3448"/>
            </a:avLst>
          </a:prstGeom>
        </p:spPr>
      </p:pic>
      <p:sp>
        <p:nvSpPr>
          <p:cNvPr id="9" name="bullet-0">
            <a:extLst>
              <a:ext uri="{FF2B5EF4-FFF2-40B4-BE49-F238E27FC236}">
                <a16:creationId xmlns:a16="http://schemas.microsoft.com/office/drawing/2014/main" id="{E0FD9A3D-C2D6-48AA-A724-4D8635ACCE07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text-0">
            <a:extLst>
              <a:ext uri="{FF2B5EF4-FFF2-40B4-BE49-F238E27FC236}">
                <a16:creationId xmlns:a16="http://schemas.microsoft.com/office/drawing/2014/main" id="{1BBA0C9F-75CE-4E1A-B455-4557622BC911}"/>
              </a:ext>
            </a:extLst>
          </p:cNvPr>
          <p:cNvSpPr>
            <a:spLocks noGrp="1"/>
          </p:cNvSpPr>
          <p:nvPr/>
        </p:nvSpPr>
        <p:spPr>
          <a:xfrm>
            <a:off x="723900" y="3673605"/>
            <a:ext cx="5924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2213A"/>
                </a:solidFill>
              </a:defRPr>
            </a:pPr>
            <a:r>
              <a:rPr sz="1500" b="1" dirty="0" err="1">
                <a:solidFill>
                  <a:srgbClr val="12213A"/>
                </a:solidFill>
              </a:rPr>
              <a:t>Representar</a:t>
            </a:r>
            <a:r>
              <a:rPr sz="1500" b="1" dirty="0">
                <a:solidFill>
                  <a:srgbClr val="12213A"/>
                </a:solidFill>
              </a:rPr>
              <a:t> con </a:t>
            </a:r>
            <a:r>
              <a:rPr sz="1500" b="1" dirty="0" err="1">
                <a:solidFill>
                  <a:srgbClr val="12213A"/>
                </a:solidFill>
              </a:rPr>
              <a:t>orgullo</a:t>
            </a:r>
            <a:r>
              <a:rPr sz="1500" b="1" dirty="0">
                <a:solidFill>
                  <a:srgbClr val="12213A"/>
                </a:solidFill>
              </a:rPr>
              <a:t> al Club </a:t>
            </a:r>
            <a:r>
              <a:rPr sz="1500" b="1" dirty="0" err="1">
                <a:solidFill>
                  <a:srgbClr val="12213A"/>
                </a:solidFill>
              </a:rPr>
              <a:t>Voleibol</a:t>
            </a:r>
            <a:r>
              <a:rPr sz="1500" b="1" dirty="0">
                <a:solidFill>
                  <a:srgbClr val="12213A"/>
                </a:solidFill>
              </a:rPr>
              <a:t> Vaqueros de Bayamón.</a:t>
            </a:r>
          </a:p>
        </p:txBody>
      </p:sp>
      <p:sp>
        <p:nvSpPr>
          <p:cNvPr id="11" name="bullet-1">
            <a:extLst>
              <a:ext uri="{FF2B5EF4-FFF2-40B4-BE49-F238E27FC236}">
                <a16:creationId xmlns:a16="http://schemas.microsoft.com/office/drawing/2014/main" id="{F4875BFE-474E-4694-8F62-E0F9E0BF509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-1">
            <a:extLst>
              <a:ext uri="{FF2B5EF4-FFF2-40B4-BE49-F238E27FC236}">
                <a16:creationId xmlns:a16="http://schemas.microsoft.com/office/drawing/2014/main" id="{7A32DBE3-F06A-4978-8C9F-20206DC75ADE}"/>
              </a:ext>
            </a:extLst>
          </p:cNvPr>
          <p:cNvSpPr>
            <a:spLocks noGrp="1"/>
          </p:cNvSpPr>
          <p:nvPr/>
        </p:nvSpPr>
        <p:spPr>
          <a:xfrm>
            <a:off x="723900" y="4315489"/>
            <a:ext cx="5924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 dirty="0" err="1">
                <a:solidFill>
                  <a:srgbClr val="12213A"/>
                </a:solidFill>
              </a:rPr>
              <a:t>Asumir</a:t>
            </a:r>
            <a:r>
              <a:rPr sz="1500" b="0" dirty="0">
                <a:solidFill>
                  <a:srgbClr val="12213A"/>
                </a:solidFill>
              </a:rPr>
              <a:t> </a:t>
            </a:r>
            <a:r>
              <a:rPr sz="1500" b="0" dirty="0" err="1">
                <a:solidFill>
                  <a:srgbClr val="12213A"/>
                </a:solidFill>
              </a:rPr>
              <a:t>cada</a:t>
            </a:r>
            <a:r>
              <a:rPr sz="1500" b="0" dirty="0">
                <a:solidFill>
                  <a:srgbClr val="12213A"/>
                </a:solidFill>
              </a:rPr>
              <a:t> </a:t>
            </a:r>
            <a:r>
              <a:rPr sz="1500" b="0" dirty="0" err="1">
                <a:solidFill>
                  <a:srgbClr val="12213A"/>
                </a:solidFill>
              </a:rPr>
              <a:t>reto</a:t>
            </a:r>
            <a:r>
              <a:rPr sz="1500" b="0" dirty="0">
                <a:solidFill>
                  <a:srgbClr val="12213A"/>
                </a:solidFill>
              </a:rPr>
              <a:t> con </a:t>
            </a:r>
            <a:r>
              <a:rPr sz="1500" b="0" dirty="0" err="1">
                <a:solidFill>
                  <a:srgbClr val="12213A"/>
                </a:solidFill>
              </a:rPr>
              <a:t>compromiso</a:t>
            </a:r>
            <a:r>
              <a:rPr sz="1500" b="0" dirty="0">
                <a:solidFill>
                  <a:srgbClr val="12213A"/>
                </a:solidFill>
              </a:rPr>
              <a:t>, </a:t>
            </a:r>
            <a:r>
              <a:rPr sz="1500" b="0" dirty="0" err="1">
                <a:solidFill>
                  <a:srgbClr val="12213A"/>
                </a:solidFill>
              </a:rPr>
              <a:t>responsabilidad</a:t>
            </a:r>
            <a:r>
              <a:rPr sz="1500" b="0" dirty="0">
                <a:solidFill>
                  <a:srgbClr val="12213A"/>
                </a:solidFill>
              </a:rPr>
              <a:t> y </a:t>
            </a:r>
            <a:r>
              <a:rPr sz="1500" b="0" dirty="0" err="1">
                <a:solidFill>
                  <a:srgbClr val="12213A"/>
                </a:solidFill>
              </a:rPr>
              <a:t>compañerismo</a:t>
            </a:r>
            <a:r>
              <a:rPr sz="1500" b="0" dirty="0">
                <a:solidFill>
                  <a:srgbClr val="12213A"/>
                </a:solidFill>
              </a:rPr>
              <a:t>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7D9103CA-60A8-49B0-8943-F063975134D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ullet-text-2">
            <a:extLst>
              <a:ext uri="{FF2B5EF4-FFF2-40B4-BE49-F238E27FC236}">
                <a16:creationId xmlns:a16="http://schemas.microsoft.com/office/drawing/2014/main" id="{6FD399D5-5803-4110-A630-48F24AA2E83B}"/>
              </a:ext>
            </a:extLst>
          </p:cNvPr>
          <p:cNvSpPr>
            <a:spLocks noGrp="1"/>
          </p:cNvSpPr>
          <p:nvPr/>
        </p:nvSpPr>
        <p:spPr>
          <a:xfrm>
            <a:off x="742950" y="4971386"/>
            <a:ext cx="5924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 dirty="0" err="1">
                <a:solidFill>
                  <a:srgbClr val="12213A"/>
                </a:solidFill>
              </a:rPr>
              <a:t>Fortalecer</a:t>
            </a:r>
            <a:r>
              <a:rPr sz="1500" b="0" dirty="0">
                <a:solidFill>
                  <a:srgbClr val="12213A"/>
                </a:solidFill>
              </a:rPr>
              <a:t> la </a:t>
            </a:r>
            <a:r>
              <a:rPr sz="1500" b="0" dirty="0" err="1">
                <a:solidFill>
                  <a:srgbClr val="12213A"/>
                </a:solidFill>
              </a:rPr>
              <a:t>unidad</a:t>
            </a:r>
            <a:r>
              <a:rPr sz="1500" b="0" dirty="0">
                <a:solidFill>
                  <a:srgbClr val="12213A"/>
                </a:solidFill>
              </a:rPr>
              <a:t> y el </a:t>
            </a:r>
            <a:r>
              <a:rPr sz="1500" b="0" dirty="0" err="1">
                <a:solidFill>
                  <a:srgbClr val="12213A"/>
                </a:solidFill>
              </a:rPr>
              <a:t>sentido</a:t>
            </a:r>
            <a:r>
              <a:rPr sz="1500" b="0" dirty="0">
                <a:solidFill>
                  <a:srgbClr val="12213A"/>
                </a:solidFill>
              </a:rPr>
              <a:t> de </a:t>
            </a:r>
            <a:r>
              <a:rPr sz="1500" b="0" dirty="0" err="1">
                <a:solidFill>
                  <a:srgbClr val="12213A"/>
                </a:solidFill>
              </a:rPr>
              <a:t>pertenencia</a:t>
            </a:r>
            <a:r>
              <a:rPr sz="1500" b="0" dirty="0">
                <a:solidFill>
                  <a:srgbClr val="12213A"/>
                </a:solidFill>
              </a:rPr>
              <a:t> </a:t>
            </a:r>
            <a:r>
              <a:rPr sz="1500" b="0" dirty="0" err="1">
                <a:solidFill>
                  <a:srgbClr val="12213A"/>
                </a:solidFill>
              </a:rPr>
              <a:t>desde</a:t>
            </a:r>
            <a:r>
              <a:rPr sz="1500" b="0" dirty="0">
                <a:solidFill>
                  <a:srgbClr val="12213A"/>
                </a:solidFill>
              </a:rPr>
              <a:t> el día 1.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2A12C770-2A00-4121-BAD2-6C5C144AD36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65E96BAF-CA9E-471A-89C1-DCD1DF2D8D3B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687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op-accent">
            <a:extLst>
              <a:ext uri="{FF2B5EF4-FFF2-40B4-BE49-F238E27FC236}">
                <a16:creationId xmlns:a16="http://schemas.microsoft.com/office/drawing/2014/main" id="{49D2B103-4314-44A8-B5DA-FAD4F34845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49E6699F-CB2B-470B-8259-A8B346C19BB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E99B367-E65F-46B3-9E0B-1FC2D9D7512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Lo que queremos lograr esta temporada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14B7410B-D0C4-486E-815A-B6696A2A51CD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oal-0">
            <a:extLst>
              <a:ext uri="{FF2B5EF4-FFF2-40B4-BE49-F238E27FC236}">
                <a16:creationId xmlns:a16="http://schemas.microsoft.com/office/drawing/2014/main" id="{60D8C8B6-259C-48EF-B51D-ABE979C43EF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5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oal-accent-0">
            <a:extLst>
              <a:ext uri="{FF2B5EF4-FFF2-40B4-BE49-F238E27FC236}">
                <a16:creationId xmlns:a16="http://schemas.microsoft.com/office/drawing/2014/main" id="{0B5E7FBF-6BD6-4894-87F2-2682D1CF4FE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95250" cy="723900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oal-h-0">
            <a:extLst>
              <a:ext uri="{FF2B5EF4-FFF2-40B4-BE49-F238E27FC236}">
                <a16:creationId xmlns:a16="http://schemas.microsoft.com/office/drawing/2014/main" id="{66EC96FE-0256-4400-BC53-F88164E026BC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B8F"/>
                </a:solidFill>
              </a:defRPr>
            </a:pPr>
            <a:r>
              <a:rPr sz="1350" b="1">
                <a:solidFill>
                  <a:srgbClr val="123B8F"/>
                </a:solidFill>
              </a:rPr>
              <a:t>CONSISTENCIA</a:t>
            </a:r>
          </a:p>
        </p:txBody>
      </p:sp>
      <p:sp>
        <p:nvSpPr>
          <p:cNvPr id="8" name="goal-b-0">
            <a:extLst>
              <a:ext uri="{FF2B5EF4-FFF2-40B4-BE49-F238E27FC236}">
                <a16:creationId xmlns:a16="http://schemas.microsoft.com/office/drawing/2014/main" id="{CE20F08D-6626-474B-8229-05A6F03371AB}"/>
              </a:ext>
            </a:extLst>
          </p:cNvPr>
          <p:cNvSpPr>
            <a:spLocks noGrp="1"/>
          </p:cNvSpPr>
          <p:nvPr/>
        </p:nvSpPr>
        <p:spPr>
          <a:xfrm>
            <a:off x="3286125" y="16954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Prepararnos, jugar y cerrar cada encuentro con hábitos estables.</a:t>
            </a:r>
          </a:p>
        </p:txBody>
      </p:sp>
      <p:sp>
        <p:nvSpPr>
          <p:cNvPr id="9" name="goal-1">
            <a:extLst>
              <a:ext uri="{FF2B5EF4-FFF2-40B4-BE49-F238E27FC236}">
                <a16:creationId xmlns:a16="http://schemas.microsoft.com/office/drawing/2014/main" id="{69DA9430-A490-4186-88B7-802F3A32713E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1095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goal-accent-1">
            <a:extLst>
              <a:ext uri="{FF2B5EF4-FFF2-40B4-BE49-F238E27FC236}">
                <a16:creationId xmlns:a16="http://schemas.microsoft.com/office/drawing/2014/main" id="{6E925C9A-1B07-44EA-B421-8B08578E91F4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95250" cy="72390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al-h-1">
            <a:extLst>
              <a:ext uri="{FF2B5EF4-FFF2-40B4-BE49-F238E27FC236}">
                <a16:creationId xmlns:a16="http://schemas.microsoft.com/office/drawing/2014/main" id="{DAB23EEF-B692-4278-9FD1-5D7E162CA59E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B8F"/>
                </a:solidFill>
              </a:defRPr>
            </a:pPr>
            <a:r>
              <a:rPr sz="1350" b="1">
                <a:solidFill>
                  <a:srgbClr val="123B8F"/>
                </a:solidFill>
              </a:rPr>
              <a:t>DESARROLLO</a:t>
            </a:r>
          </a:p>
        </p:txBody>
      </p:sp>
      <p:sp>
        <p:nvSpPr>
          <p:cNvPr id="12" name="goal-b-1">
            <a:extLst>
              <a:ext uri="{FF2B5EF4-FFF2-40B4-BE49-F238E27FC236}">
                <a16:creationId xmlns:a16="http://schemas.microsoft.com/office/drawing/2014/main" id="{3B60BF6D-8AE4-45A8-9E80-D3B43B276A25}"/>
              </a:ext>
            </a:extLst>
          </p:cNvPr>
          <p:cNvSpPr>
            <a:spLocks noGrp="1"/>
          </p:cNvSpPr>
          <p:nvPr/>
        </p:nvSpPr>
        <p:spPr>
          <a:xfrm>
            <a:off x="3286125" y="259080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Mejorar durante todo el año, paso a paso y con intención.</a:t>
            </a:r>
          </a:p>
        </p:txBody>
      </p:sp>
      <p:sp>
        <p:nvSpPr>
          <p:cNvPr id="13" name="goal-2">
            <a:extLst>
              <a:ext uri="{FF2B5EF4-FFF2-40B4-BE49-F238E27FC236}">
                <a16:creationId xmlns:a16="http://schemas.microsoft.com/office/drawing/2014/main" id="{02914486-34B2-44E3-BE4F-C0D28CD8D60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5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oal-accent-2">
            <a:extLst>
              <a:ext uri="{FF2B5EF4-FFF2-40B4-BE49-F238E27FC236}">
                <a16:creationId xmlns:a16="http://schemas.microsoft.com/office/drawing/2014/main" id="{948A244C-D3D0-4FC9-A458-281857D12FE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95250" cy="723900"/>
          </a:xfrm>
          <a:prstGeom prst="rect">
            <a:avLst/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oal-h-2">
            <a:extLst>
              <a:ext uri="{FF2B5EF4-FFF2-40B4-BE49-F238E27FC236}">
                <a16:creationId xmlns:a16="http://schemas.microsoft.com/office/drawing/2014/main" id="{06A5BB5B-DD2F-4542-BC0E-5463019ED1EA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B8F"/>
                </a:solidFill>
              </a:defRPr>
            </a:pPr>
            <a:r>
              <a:rPr sz="1350" b="1">
                <a:solidFill>
                  <a:srgbClr val="123B8F"/>
                </a:solidFill>
              </a:rPr>
              <a:t>ESTUDIANTE–ATLETA</a:t>
            </a:r>
          </a:p>
        </p:txBody>
      </p:sp>
      <p:sp>
        <p:nvSpPr>
          <p:cNvPr id="16" name="goal-b-2">
            <a:extLst>
              <a:ext uri="{FF2B5EF4-FFF2-40B4-BE49-F238E27FC236}">
                <a16:creationId xmlns:a16="http://schemas.microsoft.com/office/drawing/2014/main" id="{54D95C3F-F09C-4337-B294-122D67830FFE}"/>
              </a:ext>
            </a:extLst>
          </p:cNvPr>
          <p:cNvSpPr>
            <a:spLocks noGrp="1"/>
          </p:cNvSpPr>
          <p:nvPr/>
        </p:nvSpPr>
        <p:spPr>
          <a:xfrm>
            <a:off x="3286125" y="34861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La formación académica siempre va primero.</a:t>
            </a:r>
          </a:p>
        </p:txBody>
      </p:sp>
      <p:sp>
        <p:nvSpPr>
          <p:cNvPr id="17" name="goal-3">
            <a:extLst>
              <a:ext uri="{FF2B5EF4-FFF2-40B4-BE49-F238E27FC236}">
                <a16:creationId xmlns:a16="http://schemas.microsoft.com/office/drawing/2014/main" id="{6FFFDE98-913D-4D9F-9CD0-98C8C368D4CB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095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oal-accent-3">
            <a:extLst>
              <a:ext uri="{FF2B5EF4-FFF2-40B4-BE49-F238E27FC236}">
                <a16:creationId xmlns:a16="http://schemas.microsoft.com/office/drawing/2014/main" id="{A9B1E6B7-6F0D-4A87-8990-E6FF36F9E27F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95250" cy="723900"/>
          </a:xfrm>
          <a:prstGeom prst="rect">
            <a:avLst/>
          </a:prstGeom>
          <a:solidFill>
            <a:srgbClr val="29A5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oal-h-3">
            <a:extLst>
              <a:ext uri="{FF2B5EF4-FFF2-40B4-BE49-F238E27FC236}">
                <a16:creationId xmlns:a16="http://schemas.microsoft.com/office/drawing/2014/main" id="{B6D0E75F-E15D-4B39-93EF-0913E9EE840E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B8F"/>
                </a:solidFill>
              </a:defRPr>
            </a:pPr>
            <a:r>
              <a:rPr sz="1350" b="1">
                <a:solidFill>
                  <a:srgbClr val="123B8F"/>
                </a:solidFill>
              </a:rPr>
              <a:t>PROCESO</a:t>
            </a:r>
          </a:p>
        </p:txBody>
      </p:sp>
      <p:sp>
        <p:nvSpPr>
          <p:cNvPr id="20" name="goal-b-3">
            <a:extLst>
              <a:ext uri="{FF2B5EF4-FFF2-40B4-BE49-F238E27FC236}">
                <a16:creationId xmlns:a16="http://schemas.microsoft.com/office/drawing/2014/main" id="{BF87F415-1446-45F9-96DF-00A9466A2938}"/>
              </a:ext>
            </a:extLst>
          </p:cNvPr>
          <p:cNvSpPr>
            <a:spLocks noGrp="1"/>
          </p:cNvSpPr>
          <p:nvPr/>
        </p:nvSpPr>
        <p:spPr>
          <a:xfrm>
            <a:off x="3286125" y="438150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Cumplir las etapas preparatoria, precompetitiva y competitiva.</a:t>
            </a:r>
          </a:p>
        </p:txBody>
      </p:sp>
      <p:sp>
        <p:nvSpPr>
          <p:cNvPr id="21" name="goal-4">
            <a:extLst>
              <a:ext uri="{FF2B5EF4-FFF2-40B4-BE49-F238E27FC236}">
                <a16:creationId xmlns:a16="http://schemas.microsoft.com/office/drawing/2014/main" id="{1C3131BD-3CF2-4FB9-938B-9D9C70F82120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53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goal-accent-4">
            <a:extLst>
              <a:ext uri="{FF2B5EF4-FFF2-40B4-BE49-F238E27FC236}">
                <a16:creationId xmlns:a16="http://schemas.microsoft.com/office/drawing/2014/main" id="{3F88C1C9-0703-42B2-9F9A-8315436148DE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95250" cy="723900"/>
          </a:xfrm>
          <a:prstGeom prst="rect">
            <a:avLst/>
          </a:prstGeom>
          <a:solidFill>
            <a:srgbClr val="E6525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goal-h-4">
            <a:extLst>
              <a:ext uri="{FF2B5EF4-FFF2-40B4-BE49-F238E27FC236}">
                <a16:creationId xmlns:a16="http://schemas.microsoft.com/office/drawing/2014/main" id="{36E8B4E7-63DB-4D84-AA44-3A6CD05DD9B5}"/>
              </a:ext>
            </a:extLst>
          </p:cNvPr>
          <p:cNvSpPr>
            <a:spLocks noGrp="1"/>
          </p:cNvSpPr>
          <p:nvPr/>
        </p:nvSpPr>
        <p:spPr>
          <a:xfrm>
            <a:off x="914400" y="53149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B8F"/>
                </a:solidFill>
              </a:defRPr>
            </a:pPr>
            <a:r>
              <a:rPr sz="1350" b="1">
                <a:solidFill>
                  <a:srgbClr val="123B8F"/>
                </a:solidFill>
              </a:rPr>
              <a:t>EQUIPO</a:t>
            </a:r>
          </a:p>
        </p:txBody>
      </p:sp>
      <p:sp>
        <p:nvSpPr>
          <p:cNvPr id="24" name="goal-b-4">
            <a:extLst>
              <a:ext uri="{FF2B5EF4-FFF2-40B4-BE49-F238E27FC236}">
                <a16:creationId xmlns:a16="http://schemas.microsoft.com/office/drawing/2014/main" id="{97239CB8-ECCA-4F12-90ED-4089DCFEB6B9}"/>
              </a:ext>
            </a:extLst>
          </p:cNvPr>
          <p:cNvSpPr>
            <a:spLocks noGrp="1"/>
          </p:cNvSpPr>
          <p:nvPr/>
        </p:nvSpPr>
        <p:spPr>
          <a:xfrm>
            <a:off x="3286125" y="52768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Aceptar cada rol en beneficio del grupo, no del resultado individual.</a:t>
            </a:r>
          </a:p>
        </p:txBody>
      </p:sp>
      <p:sp>
        <p:nvSpPr>
          <p:cNvPr id="25" name="bottom">
            <a:extLst>
              <a:ext uri="{FF2B5EF4-FFF2-40B4-BE49-F238E27FC236}">
                <a16:creationId xmlns:a16="http://schemas.microsoft.com/office/drawing/2014/main" id="{534A524F-75BC-4243-9BA4-00B125F97D28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71D49"/>
                </a:solidFill>
              </a:defRPr>
            </a:pPr>
            <a:r>
              <a:rPr sz="1575" b="1">
                <a:solidFill>
                  <a:srgbClr val="071D49"/>
                </a:solidFill>
              </a:rPr>
              <a:t>El éxito será colectivo: cada jugadora aporta desde su rol.</a:t>
            </a:r>
          </a:p>
        </p:txBody>
      </p:sp>
      <p:sp>
        <p:nvSpPr>
          <p:cNvPr id="26" name="footer">
            <a:extLst>
              <a:ext uri="{FF2B5EF4-FFF2-40B4-BE49-F238E27FC236}">
                <a16:creationId xmlns:a16="http://schemas.microsoft.com/office/drawing/2014/main" id="{E9A84B3C-99F6-4B96-AEA7-FFD627FF2FF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27" name="page">
            <a:extLst>
              <a:ext uri="{FF2B5EF4-FFF2-40B4-BE49-F238E27FC236}">
                <a16:creationId xmlns:a16="http://schemas.microsoft.com/office/drawing/2014/main" id="{1AE236A3-D3CF-473A-A90C-64CB7B7EFF3E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457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op-accent">
            <a:extLst>
              <a:ext uri="{FF2B5EF4-FFF2-40B4-BE49-F238E27FC236}">
                <a16:creationId xmlns:a16="http://schemas.microsoft.com/office/drawing/2014/main" id="{513F3815-A1C9-44D4-839F-F9DEAE1615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A0C23C4-3784-46DC-9E00-3B6D65626E0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F00B9E9-7B6D-4D25-93BE-981F2A1ADBC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La temporada se construye por etapas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DD137DFB-0915-4473-BE73-F37B7B6CD39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hase-0">
            <a:extLst>
              <a:ext uri="{FF2B5EF4-FFF2-40B4-BE49-F238E27FC236}">
                <a16:creationId xmlns:a16="http://schemas.microsoft.com/office/drawing/2014/main" id="{A88D26BA-1324-4CBD-9B24-4F49B5A772EF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hase-color-0">
            <a:extLst>
              <a:ext uri="{FF2B5EF4-FFF2-40B4-BE49-F238E27FC236}">
                <a16:creationId xmlns:a16="http://schemas.microsoft.com/office/drawing/2014/main" id="{A5E1F482-89F3-47B6-918F-836C87B0F11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hase-h-0">
            <a:extLst>
              <a:ext uri="{FF2B5EF4-FFF2-40B4-BE49-F238E27FC236}">
                <a16:creationId xmlns:a16="http://schemas.microsoft.com/office/drawing/2014/main" id="{5EF986C1-8E81-4590-A86F-A66712CB78FE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GENERAL</a:t>
            </a:r>
          </a:p>
        </p:txBody>
      </p:sp>
      <p:sp>
        <p:nvSpPr>
          <p:cNvPr id="8" name="phase-w-0">
            <a:extLst>
              <a:ext uri="{FF2B5EF4-FFF2-40B4-BE49-F238E27FC236}">
                <a16:creationId xmlns:a16="http://schemas.microsoft.com/office/drawing/2014/main" id="{B342FB86-0911-4D82-A3C4-E38F26341001}"/>
              </a:ext>
            </a:extLst>
          </p:cNvPr>
          <p:cNvSpPr>
            <a:spLocks noGrp="1"/>
          </p:cNvSpPr>
          <p:nvPr/>
        </p:nvSpPr>
        <p:spPr>
          <a:xfrm>
            <a:off x="7048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1–3</a:t>
            </a:r>
          </a:p>
        </p:txBody>
      </p:sp>
      <p:sp>
        <p:nvSpPr>
          <p:cNvPr id="9" name="phase-d-0">
            <a:extLst>
              <a:ext uri="{FF2B5EF4-FFF2-40B4-BE49-F238E27FC236}">
                <a16:creationId xmlns:a16="http://schemas.microsoft.com/office/drawing/2014/main" id="{8010B74B-FA0B-4E1D-949C-BBF69928D45E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2–16 sep</a:t>
            </a:r>
          </a:p>
        </p:txBody>
      </p:sp>
      <p:sp>
        <p:nvSpPr>
          <p:cNvPr id="10" name="phase-1">
            <a:extLst>
              <a:ext uri="{FF2B5EF4-FFF2-40B4-BE49-F238E27FC236}">
                <a16:creationId xmlns:a16="http://schemas.microsoft.com/office/drawing/2014/main" id="{D7CD249A-76E6-4467-9201-7C93C5CA3EB7}"/>
              </a:ext>
            </a:extLst>
          </p:cNvPr>
          <p:cNvSpPr>
            <a:spLocks noGrp="1"/>
          </p:cNvSpPr>
          <p:nvPr/>
        </p:nvSpPr>
        <p:spPr>
          <a:xfrm>
            <a:off x="21717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hase-color-1">
            <a:extLst>
              <a:ext uri="{FF2B5EF4-FFF2-40B4-BE49-F238E27FC236}">
                <a16:creationId xmlns:a16="http://schemas.microsoft.com/office/drawing/2014/main" id="{07F413F7-CB06-4177-8B36-C468BA055A03}"/>
              </a:ext>
            </a:extLst>
          </p:cNvPr>
          <p:cNvSpPr>
            <a:spLocks noGrp="1"/>
          </p:cNvSpPr>
          <p:nvPr/>
        </p:nvSpPr>
        <p:spPr>
          <a:xfrm>
            <a:off x="21717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hase-h-1">
            <a:extLst>
              <a:ext uri="{FF2B5EF4-FFF2-40B4-BE49-F238E27FC236}">
                <a16:creationId xmlns:a16="http://schemas.microsoft.com/office/drawing/2014/main" id="{7B52F9B4-215F-48F7-BE8D-35168A714366}"/>
              </a:ext>
            </a:extLst>
          </p:cNvPr>
          <p:cNvSpPr>
            <a:spLocks noGrp="1"/>
          </p:cNvSpPr>
          <p:nvPr/>
        </p:nvSpPr>
        <p:spPr>
          <a:xfrm>
            <a:off x="22669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INTRODUCTORIA</a:t>
            </a:r>
          </a:p>
        </p:txBody>
      </p:sp>
      <p:sp>
        <p:nvSpPr>
          <p:cNvPr id="13" name="phase-w-1">
            <a:extLst>
              <a:ext uri="{FF2B5EF4-FFF2-40B4-BE49-F238E27FC236}">
                <a16:creationId xmlns:a16="http://schemas.microsoft.com/office/drawing/2014/main" id="{3C86F4DA-60DA-4C17-9412-607BA4B05AC7}"/>
              </a:ext>
            </a:extLst>
          </p:cNvPr>
          <p:cNvSpPr>
            <a:spLocks noGrp="1"/>
          </p:cNvSpPr>
          <p:nvPr/>
        </p:nvSpPr>
        <p:spPr>
          <a:xfrm>
            <a:off x="22669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4–7</a:t>
            </a:r>
          </a:p>
        </p:txBody>
      </p:sp>
      <p:sp>
        <p:nvSpPr>
          <p:cNvPr id="14" name="phase-d-1">
            <a:extLst>
              <a:ext uri="{FF2B5EF4-FFF2-40B4-BE49-F238E27FC236}">
                <a16:creationId xmlns:a16="http://schemas.microsoft.com/office/drawing/2014/main" id="{64C817B6-F6E0-4E7E-AB28-F4583F406F24}"/>
              </a:ext>
            </a:extLst>
          </p:cNvPr>
          <p:cNvSpPr>
            <a:spLocks noGrp="1"/>
          </p:cNvSpPr>
          <p:nvPr/>
        </p:nvSpPr>
        <p:spPr>
          <a:xfrm>
            <a:off x="22479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17 sep–14 oct</a:t>
            </a:r>
          </a:p>
        </p:txBody>
      </p:sp>
      <p:sp>
        <p:nvSpPr>
          <p:cNvPr id="15" name="phase-2">
            <a:extLst>
              <a:ext uri="{FF2B5EF4-FFF2-40B4-BE49-F238E27FC236}">
                <a16:creationId xmlns:a16="http://schemas.microsoft.com/office/drawing/2014/main" id="{8AB56AD9-DCBD-4088-8097-2073775E3083}"/>
              </a:ext>
            </a:extLst>
          </p:cNvPr>
          <p:cNvSpPr>
            <a:spLocks noGrp="1"/>
          </p:cNvSpPr>
          <p:nvPr/>
        </p:nvSpPr>
        <p:spPr>
          <a:xfrm>
            <a:off x="37338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hase-color-2">
            <a:extLst>
              <a:ext uri="{FF2B5EF4-FFF2-40B4-BE49-F238E27FC236}">
                <a16:creationId xmlns:a16="http://schemas.microsoft.com/office/drawing/2014/main" id="{BE96724B-6435-4F02-9977-CE233DA9379F}"/>
              </a:ext>
            </a:extLst>
          </p:cNvPr>
          <p:cNvSpPr>
            <a:spLocks noGrp="1"/>
          </p:cNvSpPr>
          <p:nvPr/>
        </p:nvSpPr>
        <p:spPr>
          <a:xfrm>
            <a:off x="37338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29A5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hase-h-2">
            <a:extLst>
              <a:ext uri="{FF2B5EF4-FFF2-40B4-BE49-F238E27FC236}">
                <a16:creationId xmlns:a16="http://schemas.microsoft.com/office/drawing/2014/main" id="{65609C4B-7EE5-46E3-9A33-D7E58631D815}"/>
              </a:ext>
            </a:extLst>
          </p:cNvPr>
          <p:cNvSpPr>
            <a:spLocks noGrp="1"/>
          </p:cNvSpPr>
          <p:nvPr/>
        </p:nvSpPr>
        <p:spPr>
          <a:xfrm>
            <a:off x="38290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DESARROLLO</a:t>
            </a:r>
          </a:p>
        </p:txBody>
      </p:sp>
      <p:sp>
        <p:nvSpPr>
          <p:cNvPr id="18" name="phase-w-2">
            <a:extLst>
              <a:ext uri="{FF2B5EF4-FFF2-40B4-BE49-F238E27FC236}">
                <a16:creationId xmlns:a16="http://schemas.microsoft.com/office/drawing/2014/main" id="{A03F1233-FE99-468C-976E-E2314F10ECAB}"/>
              </a:ext>
            </a:extLst>
          </p:cNvPr>
          <p:cNvSpPr>
            <a:spLocks noGrp="1"/>
          </p:cNvSpPr>
          <p:nvPr/>
        </p:nvSpPr>
        <p:spPr>
          <a:xfrm>
            <a:off x="38290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8–12</a:t>
            </a:r>
          </a:p>
        </p:txBody>
      </p:sp>
      <p:sp>
        <p:nvSpPr>
          <p:cNvPr id="19" name="phase-d-2">
            <a:extLst>
              <a:ext uri="{FF2B5EF4-FFF2-40B4-BE49-F238E27FC236}">
                <a16:creationId xmlns:a16="http://schemas.microsoft.com/office/drawing/2014/main" id="{9ABF452C-8215-4D95-9746-C1D3B15A6363}"/>
              </a:ext>
            </a:extLst>
          </p:cNvPr>
          <p:cNvSpPr>
            <a:spLocks noGrp="1"/>
          </p:cNvSpPr>
          <p:nvPr/>
        </p:nvSpPr>
        <p:spPr>
          <a:xfrm>
            <a:off x="38100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15 oct–18 nov</a:t>
            </a:r>
          </a:p>
        </p:txBody>
      </p:sp>
      <p:sp>
        <p:nvSpPr>
          <p:cNvPr id="20" name="phase-3">
            <a:extLst>
              <a:ext uri="{FF2B5EF4-FFF2-40B4-BE49-F238E27FC236}">
                <a16:creationId xmlns:a16="http://schemas.microsoft.com/office/drawing/2014/main" id="{1D870397-08DC-44F4-AA5B-015FD06A87F1}"/>
              </a:ext>
            </a:extLst>
          </p:cNvPr>
          <p:cNvSpPr>
            <a:spLocks noGrp="1"/>
          </p:cNvSpPr>
          <p:nvPr/>
        </p:nvSpPr>
        <p:spPr>
          <a:xfrm>
            <a:off x="52959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-color-3">
            <a:extLst>
              <a:ext uri="{FF2B5EF4-FFF2-40B4-BE49-F238E27FC236}">
                <a16:creationId xmlns:a16="http://schemas.microsoft.com/office/drawing/2014/main" id="{D4014AB2-DE8B-4807-B43E-5EE94E9C7C17}"/>
              </a:ext>
            </a:extLst>
          </p:cNvPr>
          <p:cNvSpPr>
            <a:spLocks noGrp="1"/>
          </p:cNvSpPr>
          <p:nvPr/>
        </p:nvSpPr>
        <p:spPr>
          <a:xfrm>
            <a:off x="52959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hase-h-3">
            <a:extLst>
              <a:ext uri="{FF2B5EF4-FFF2-40B4-BE49-F238E27FC236}">
                <a16:creationId xmlns:a16="http://schemas.microsoft.com/office/drawing/2014/main" id="{C6D0BBBD-1AAB-45E4-94A4-28F854EF2373}"/>
              </a:ext>
            </a:extLst>
          </p:cNvPr>
          <p:cNvSpPr>
            <a:spLocks noGrp="1"/>
          </p:cNvSpPr>
          <p:nvPr/>
        </p:nvSpPr>
        <p:spPr>
          <a:xfrm>
            <a:off x="53911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PRECOMPETENCIA</a:t>
            </a:r>
          </a:p>
        </p:txBody>
      </p:sp>
      <p:sp>
        <p:nvSpPr>
          <p:cNvPr id="23" name="phase-w-3">
            <a:extLst>
              <a:ext uri="{FF2B5EF4-FFF2-40B4-BE49-F238E27FC236}">
                <a16:creationId xmlns:a16="http://schemas.microsoft.com/office/drawing/2014/main" id="{B767ABD3-DC9A-4AE1-86B2-3E379B78E38A}"/>
              </a:ext>
            </a:extLst>
          </p:cNvPr>
          <p:cNvSpPr>
            <a:spLocks noGrp="1"/>
          </p:cNvSpPr>
          <p:nvPr/>
        </p:nvSpPr>
        <p:spPr>
          <a:xfrm>
            <a:off x="53911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13–21</a:t>
            </a:r>
          </a:p>
        </p:txBody>
      </p:sp>
      <p:sp>
        <p:nvSpPr>
          <p:cNvPr id="24" name="phase-d-3">
            <a:extLst>
              <a:ext uri="{FF2B5EF4-FFF2-40B4-BE49-F238E27FC236}">
                <a16:creationId xmlns:a16="http://schemas.microsoft.com/office/drawing/2014/main" id="{F4598272-6A6C-4713-9975-1ABF511A9D37}"/>
              </a:ext>
            </a:extLst>
          </p:cNvPr>
          <p:cNvSpPr>
            <a:spLocks noGrp="1"/>
          </p:cNvSpPr>
          <p:nvPr/>
        </p:nvSpPr>
        <p:spPr>
          <a:xfrm>
            <a:off x="53721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19 nov–20 ene</a:t>
            </a:r>
          </a:p>
        </p:txBody>
      </p:sp>
      <p:sp>
        <p:nvSpPr>
          <p:cNvPr id="25" name="phase-4">
            <a:extLst>
              <a:ext uri="{FF2B5EF4-FFF2-40B4-BE49-F238E27FC236}">
                <a16:creationId xmlns:a16="http://schemas.microsoft.com/office/drawing/2014/main" id="{4E17FF45-2B88-430C-B81A-B217B99B3CE8}"/>
              </a:ext>
            </a:extLst>
          </p:cNvPr>
          <p:cNvSpPr>
            <a:spLocks noGrp="1"/>
          </p:cNvSpPr>
          <p:nvPr/>
        </p:nvSpPr>
        <p:spPr>
          <a:xfrm>
            <a:off x="68580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phase-color-4">
            <a:extLst>
              <a:ext uri="{FF2B5EF4-FFF2-40B4-BE49-F238E27FC236}">
                <a16:creationId xmlns:a16="http://schemas.microsoft.com/office/drawing/2014/main" id="{A126A66B-9DFA-4C4A-9BAA-C0CA0C13322D}"/>
              </a:ext>
            </a:extLst>
          </p:cNvPr>
          <p:cNvSpPr>
            <a:spLocks noGrp="1"/>
          </p:cNvSpPr>
          <p:nvPr/>
        </p:nvSpPr>
        <p:spPr>
          <a:xfrm>
            <a:off x="68580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E6525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hase-h-4">
            <a:extLst>
              <a:ext uri="{FF2B5EF4-FFF2-40B4-BE49-F238E27FC236}">
                <a16:creationId xmlns:a16="http://schemas.microsoft.com/office/drawing/2014/main" id="{301E5106-04D5-4F25-908A-9A6DD26EE41E}"/>
              </a:ext>
            </a:extLst>
          </p:cNvPr>
          <p:cNvSpPr>
            <a:spLocks noGrp="1"/>
          </p:cNvSpPr>
          <p:nvPr/>
        </p:nvSpPr>
        <p:spPr>
          <a:xfrm>
            <a:off x="69532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PULIDO</a:t>
            </a:r>
          </a:p>
        </p:txBody>
      </p:sp>
      <p:sp>
        <p:nvSpPr>
          <p:cNvPr id="28" name="phase-w-4">
            <a:extLst>
              <a:ext uri="{FF2B5EF4-FFF2-40B4-BE49-F238E27FC236}">
                <a16:creationId xmlns:a16="http://schemas.microsoft.com/office/drawing/2014/main" id="{2DEC774E-3B0D-4112-9EAA-025D91AFE452}"/>
              </a:ext>
            </a:extLst>
          </p:cNvPr>
          <p:cNvSpPr>
            <a:spLocks noGrp="1"/>
          </p:cNvSpPr>
          <p:nvPr/>
        </p:nvSpPr>
        <p:spPr>
          <a:xfrm>
            <a:off x="69532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22–34</a:t>
            </a:r>
          </a:p>
        </p:txBody>
      </p:sp>
      <p:sp>
        <p:nvSpPr>
          <p:cNvPr id="29" name="phase-d-4">
            <a:extLst>
              <a:ext uri="{FF2B5EF4-FFF2-40B4-BE49-F238E27FC236}">
                <a16:creationId xmlns:a16="http://schemas.microsoft.com/office/drawing/2014/main" id="{7DC76D13-D097-41F0-AFB4-96FA8C1BAA3B}"/>
              </a:ext>
            </a:extLst>
          </p:cNvPr>
          <p:cNvSpPr>
            <a:spLocks noGrp="1"/>
          </p:cNvSpPr>
          <p:nvPr/>
        </p:nvSpPr>
        <p:spPr>
          <a:xfrm>
            <a:off x="69342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21 ene–21 abr</a:t>
            </a:r>
          </a:p>
        </p:txBody>
      </p:sp>
      <p:sp>
        <p:nvSpPr>
          <p:cNvPr id="30" name="phase-5">
            <a:extLst>
              <a:ext uri="{FF2B5EF4-FFF2-40B4-BE49-F238E27FC236}">
                <a16:creationId xmlns:a16="http://schemas.microsoft.com/office/drawing/2014/main" id="{AF7F94E5-F709-4844-964B-20BD83C9B9C0}"/>
              </a:ext>
            </a:extLst>
          </p:cNvPr>
          <p:cNvSpPr>
            <a:spLocks noGrp="1"/>
          </p:cNvSpPr>
          <p:nvPr/>
        </p:nvSpPr>
        <p:spPr>
          <a:xfrm>
            <a:off x="84201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hase-color-5">
            <a:extLst>
              <a:ext uri="{FF2B5EF4-FFF2-40B4-BE49-F238E27FC236}">
                <a16:creationId xmlns:a16="http://schemas.microsoft.com/office/drawing/2014/main" id="{3202D421-79AE-4D19-B973-E8B9A8077DE6}"/>
              </a:ext>
            </a:extLst>
          </p:cNvPr>
          <p:cNvSpPr>
            <a:spLocks noGrp="1"/>
          </p:cNvSpPr>
          <p:nvPr/>
        </p:nvSpPr>
        <p:spPr>
          <a:xfrm>
            <a:off x="84201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hase-h-5">
            <a:extLst>
              <a:ext uri="{FF2B5EF4-FFF2-40B4-BE49-F238E27FC236}">
                <a16:creationId xmlns:a16="http://schemas.microsoft.com/office/drawing/2014/main" id="{A594C51B-1951-46C4-9532-2ECF514F7E0E}"/>
              </a:ext>
            </a:extLst>
          </p:cNvPr>
          <p:cNvSpPr>
            <a:spLocks noGrp="1"/>
          </p:cNvSpPr>
          <p:nvPr/>
        </p:nvSpPr>
        <p:spPr>
          <a:xfrm>
            <a:off x="85153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COMPETENCIA</a:t>
            </a:r>
          </a:p>
        </p:txBody>
      </p:sp>
      <p:sp>
        <p:nvSpPr>
          <p:cNvPr id="33" name="phase-w-5">
            <a:extLst>
              <a:ext uri="{FF2B5EF4-FFF2-40B4-BE49-F238E27FC236}">
                <a16:creationId xmlns:a16="http://schemas.microsoft.com/office/drawing/2014/main" id="{184200DF-7B08-45A2-BEC3-79DE40C71B22}"/>
              </a:ext>
            </a:extLst>
          </p:cNvPr>
          <p:cNvSpPr>
            <a:spLocks noGrp="1"/>
          </p:cNvSpPr>
          <p:nvPr/>
        </p:nvSpPr>
        <p:spPr>
          <a:xfrm>
            <a:off x="85153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35–39</a:t>
            </a:r>
          </a:p>
        </p:txBody>
      </p:sp>
      <p:sp>
        <p:nvSpPr>
          <p:cNvPr id="34" name="phase-d-5">
            <a:extLst>
              <a:ext uri="{FF2B5EF4-FFF2-40B4-BE49-F238E27FC236}">
                <a16:creationId xmlns:a16="http://schemas.microsoft.com/office/drawing/2014/main" id="{6C530DF8-2279-4CAD-AD0B-8FC017A685AD}"/>
              </a:ext>
            </a:extLst>
          </p:cNvPr>
          <p:cNvSpPr>
            <a:spLocks noGrp="1"/>
          </p:cNvSpPr>
          <p:nvPr/>
        </p:nvSpPr>
        <p:spPr>
          <a:xfrm>
            <a:off x="84963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22 abr–26 may</a:t>
            </a:r>
          </a:p>
        </p:txBody>
      </p:sp>
      <p:sp>
        <p:nvSpPr>
          <p:cNvPr id="35" name="phase-6">
            <a:extLst>
              <a:ext uri="{FF2B5EF4-FFF2-40B4-BE49-F238E27FC236}">
                <a16:creationId xmlns:a16="http://schemas.microsoft.com/office/drawing/2014/main" id="{B05C4DCE-ED9E-4A25-8A0C-9F2FD227CB71}"/>
              </a:ext>
            </a:extLst>
          </p:cNvPr>
          <p:cNvSpPr>
            <a:spLocks noGrp="1"/>
          </p:cNvSpPr>
          <p:nvPr/>
        </p:nvSpPr>
        <p:spPr>
          <a:xfrm>
            <a:off x="9982200" y="2047875"/>
            <a:ext cx="1371600" cy="2476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phase-color-6">
            <a:extLst>
              <a:ext uri="{FF2B5EF4-FFF2-40B4-BE49-F238E27FC236}">
                <a16:creationId xmlns:a16="http://schemas.microsoft.com/office/drawing/2014/main" id="{DCE3663C-FA67-47A2-A44D-4756F48E0234}"/>
              </a:ext>
            </a:extLst>
          </p:cNvPr>
          <p:cNvSpPr>
            <a:spLocks noGrp="1"/>
          </p:cNvSpPr>
          <p:nvPr/>
        </p:nvSpPr>
        <p:spPr>
          <a:xfrm>
            <a:off x="9982200" y="2047875"/>
            <a:ext cx="1371600" cy="1714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phase-h-6">
            <a:extLst>
              <a:ext uri="{FF2B5EF4-FFF2-40B4-BE49-F238E27FC236}">
                <a16:creationId xmlns:a16="http://schemas.microsoft.com/office/drawing/2014/main" id="{C1337BB4-F8C6-4948-9296-D88CC008BC0B}"/>
              </a:ext>
            </a:extLst>
          </p:cNvPr>
          <p:cNvSpPr>
            <a:spLocks noGrp="1"/>
          </p:cNvSpPr>
          <p:nvPr/>
        </p:nvSpPr>
        <p:spPr>
          <a:xfrm>
            <a:off x="10077450" y="2400300"/>
            <a:ext cx="1181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D49"/>
                </a:solidFill>
              </a:defRPr>
            </a:pPr>
            <a:r>
              <a:rPr sz="1125" b="1">
                <a:solidFill>
                  <a:srgbClr val="071D49"/>
                </a:solidFill>
              </a:rPr>
              <a:t>PRINCIPAL</a:t>
            </a:r>
          </a:p>
        </p:txBody>
      </p:sp>
      <p:sp>
        <p:nvSpPr>
          <p:cNvPr id="38" name="phase-w-6">
            <a:extLst>
              <a:ext uri="{FF2B5EF4-FFF2-40B4-BE49-F238E27FC236}">
                <a16:creationId xmlns:a16="http://schemas.microsoft.com/office/drawing/2014/main" id="{57FA4178-F948-4FF2-8A50-F15FF5EC1EC8}"/>
              </a:ext>
            </a:extLst>
          </p:cNvPr>
          <p:cNvSpPr>
            <a:spLocks noGrp="1"/>
          </p:cNvSpPr>
          <p:nvPr/>
        </p:nvSpPr>
        <p:spPr>
          <a:xfrm>
            <a:off x="10077450" y="3190875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Sem. 40–43</a:t>
            </a:r>
          </a:p>
        </p:txBody>
      </p:sp>
      <p:sp>
        <p:nvSpPr>
          <p:cNvPr id="39" name="phase-d-6">
            <a:extLst>
              <a:ext uri="{FF2B5EF4-FFF2-40B4-BE49-F238E27FC236}">
                <a16:creationId xmlns:a16="http://schemas.microsoft.com/office/drawing/2014/main" id="{AD4BA280-6178-4A93-A955-B9B29D28C6F8}"/>
              </a:ext>
            </a:extLst>
          </p:cNvPr>
          <p:cNvSpPr>
            <a:spLocks noGrp="1"/>
          </p:cNvSpPr>
          <p:nvPr/>
        </p:nvSpPr>
        <p:spPr>
          <a:xfrm>
            <a:off x="10058400" y="3667125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5B6B82"/>
                </a:solidFill>
              </a:defRPr>
            </a:pPr>
            <a:r>
              <a:rPr sz="1125" b="0">
                <a:solidFill>
                  <a:srgbClr val="5B6B82"/>
                </a:solidFill>
              </a:rPr>
              <a:t>27 may–13 jun</a:t>
            </a:r>
          </a:p>
        </p:txBody>
      </p:sp>
      <p:sp>
        <p:nvSpPr>
          <p:cNvPr id="40" name="timeline-note">
            <a:extLst>
              <a:ext uri="{FF2B5EF4-FFF2-40B4-BE49-F238E27FC236}">
                <a16:creationId xmlns:a16="http://schemas.microsoft.com/office/drawing/2014/main" id="{0C5F5DB1-D89A-4B96-8937-E45F93EA4A80}"/>
              </a:ext>
            </a:extLst>
          </p:cNvPr>
          <p:cNvSpPr>
            <a:spLocks noGrp="1"/>
          </p:cNvSpPr>
          <p:nvPr/>
        </p:nvSpPr>
        <p:spPr>
          <a:xfrm>
            <a:off x="1095375" y="5000625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071D49"/>
                </a:solidFill>
              </a:defRPr>
            </a:pPr>
            <a:r>
              <a:rPr sz="1950" b="1">
                <a:solidFill>
                  <a:srgbClr val="071D49"/>
                </a:solidFill>
              </a:rPr>
              <a:t>Cada etapa prepara la siguiente: primero aprendemos, luego consolidamos y finalmente competimos.</a:t>
            </a:r>
          </a:p>
        </p:txBody>
      </p:sp>
      <p:sp>
        <p:nvSpPr>
          <p:cNvPr id="41" name="footer">
            <a:extLst>
              <a:ext uri="{FF2B5EF4-FFF2-40B4-BE49-F238E27FC236}">
                <a16:creationId xmlns:a16="http://schemas.microsoft.com/office/drawing/2014/main" id="{8B63DDD7-EE74-4C12-B303-7650F06C6E1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42" name="page">
            <a:extLst>
              <a:ext uri="{FF2B5EF4-FFF2-40B4-BE49-F238E27FC236}">
                <a16:creationId xmlns:a16="http://schemas.microsoft.com/office/drawing/2014/main" id="{4FDA8C2C-D418-4E48-9084-C8390E2F1AD1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9785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accent">
            <a:extLst>
              <a:ext uri="{FF2B5EF4-FFF2-40B4-BE49-F238E27FC236}">
                <a16:creationId xmlns:a16="http://schemas.microsoft.com/office/drawing/2014/main" id="{6862251C-E0E0-4ED2-9DB6-C191330613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0D79E29-B838-4072-8CC4-C6FE46D6CDB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8D7F0"/>
                </a:solidFill>
              </a:defRPr>
            </a:pPr>
            <a:r>
              <a:rPr sz="1050" b="1">
                <a:solidFill>
                  <a:srgbClr val="B8D7F0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1CCFF6C-BB96-4C5B-AF15-9C2197A38EF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 rol como dirigente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11B9BDCF-5B7F-4820-9BEB-E729C02330C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le-0">
            <a:extLst>
              <a:ext uri="{FF2B5EF4-FFF2-40B4-BE49-F238E27FC236}">
                <a16:creationId xmlns:a16="http://schemas.microsoft.com/office/drawing/2014/main" id="{BF65F2E8-D80B-44D6-9F7B-80628294556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0D2A63"/>
          </a:solidFill>
          <a:ln w="9525">
            <a:solidFill>
              <a:srgbClr val="2F5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le-no-0">
            <a:extLst>
              <a:ext uri="{FF2B5EF4-FFF2-40B4-BE49-F238E27FC236}">
                <a16:creationId xmlns:a16="http://schemas.microsoft.com/office/drawing/2014/main" id="{5F0A9A0B-1C91-4EB9-9417-52BEDDEFD2E5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C928"/>
                </a:solidFill>
              </a:defRPr>
            </a:pPr>
            <a:r>
              <a:rPr sz="1650" b="1">
                <a:solidFill>
                  <a:srgbClr val="FFC928"/>
                </a:solidFill>
              </a:rPr>
              <a:t>01</a:t>
            </a:r>
          </a:p>
        </p:txBody>
      </p:sp>
      <p:sp>
        <p:nvSpPr>
          <p:cNvPr id="7" name="role-h-0">
            <a:extLst>
              <a:ext uri="{FF2B5EF4-FFF2-40B4-BE49-F238E27FC236}">
                <a16:creationId xmlns:a16="http://schemas.microsoft.com/office/drawing/2014/main" id="{D8D0AD23-A75A-4C4C-B035-0C9AD2D187E3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DIRIGIR</a:t>
            </a:r>
          </a:p>
        </p:txBody>
      </p:sp>
      <p:sp>
        <p:nvSpPr>
          <p:cNvPr id="8" name="role-rule-0">
            <a:extLst>
              <a:ext uri="{FF2B5EF4-FFF2-40B4-BE49-F238E27FC236}">
                <a16:creationId xmlns:a16="http://schemas.microsoft.com/office/drawing/2014/main" id="{6B9F280E-3C45-43D9-8107-72639BA79BB4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6667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le-b-0">
            <a:extLst>
              <a:ext uri="{FF2B5EF4-FFF2-40B4-BE49-F238E27FC236}">
                <a16:creationId xmlns:a16="http://schemas.microsoft.com/office/drawing/2014/main" id="{C6CBC641-5883-48BE-8AA7-11F926C094CA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D7E7F4"/>
                </a:solidFill>
              </a:defRPr>
            </a:pPr>
            <a:r>
              <a:rPr sz="1650" b="0">
                <a:solidFill>
                  <a:srgbClr val="D7E7F4"/>
                </a:solidFill>
              </a:rPr>
              <a:t>Pocas reglas, claras y consistentes.</a:t>
            </a:r>
          </a:p>
        </p:txBody>
      </p:sp>
      <p:sp>
        <p:nvSpPr>
          <p:cNvPr id="10" name="role-1">
            <a:extLst>
              <a:ext uri="{FF2B5EF4-FFF2-40B4-BE49-F238E27FC236}">
                <a16:creationId xmlns:a16="http://schemas.microsoft.com/office/drawing/2014/main" id="{8BFAFD9F-5B62-4758-B93F-0B1DF019D589}"/>
              </a:ext>
            </a:extLst>
          </p:cNvPr>
          <p:cNvSpPr>
            <a:spLocks noGrp="1"/>
          </p:cNvSpPr>
          <p:nvPr/>
        </p:nvSpPr>
        <p:spPr>
          <a:xfrm>
            <a:off x="4324350" y="195262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123B8F"/>
          </a:solidFill>
          <a:ln w="9525">
            <a:solidFill>
              <a:srgbClr val="2F5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le-no-1">
            <a:extLst>
              <a:ext uri="{FF2B5EF4-FFF2-40B4-BE49-F238E27FC236}">
                <a16:creationId xmlns:a16="http://schemas.microsoft.com/office/drawing/2014/main" id="{2F68BC27-8F4E-427E-8E75-9426AD3C1A2E}"/>
              </a:ext>
            </a:extLst>
          </p:cNvPr>
          <p:cNvSpPr>
            <a:spLocks noGrp="1"/>
          </p:cNvSpPr>
          <p:nvPr/>
        </p:nvSpPr>
        <p:spPr>
          <a:xfrm>
            <a:off x="4591050" y="219075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C928"/>
                </a:solidFill>
              </a:defRPr>
            </a:pPr>
            <a:r>
              <a:rPr sz="1650" b="1">
                <a:solidFill>
                  <a:srgbClr val="FFC928"/>
                </a:solidFill>
              </a:rPr>
              <a:t>02</a:t>
            </a:r>
          </a:p>
        </p:txBody>
      </p:sp>
      <p:sp>
        <p:nvSpPr>
          <p:cNvPr id="12" name="role-h-1">
            <a:extLst>
              <a:ext uri="{FF2B5EF4-FFF2-40B4-BE49-F238E27FC236}">
                <a16:creationId xmlns:a16="http://schemas.microsoft.com/office/drawing/2014/main" id="{2303C499-3A3C-4B2A-ABC6-48A33006EC79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LIDERAR</a:t>
            </a:r>
          </a:p>
        </p:txBody>
      </p:sp>
      <p:sp>
        <p:nvSpPr>
          <p:cNvPr id="13" name="role-rule-1">
            <a:extLst>
              <a:ext uri="{FF2B5EF4-FFF2-40B4-BE49-F238E27FC236}">
                <a16:creationId xmlns:a16="http://schemas.microsoft.com/office/drawing/2014/main" id="{BE0FDC7B-115E-4082-9B4E-CCC52701A12E}"/>
              </a:ext>
            </a:extLst>
          </p:cNvPr>
          <p:cNvSpPr>
            <a:spLocks noGrp="1"/>
          </p:cNvSpPr>
          <p:nvPr/>
        </p:nvSpPr>
        <p:spPr>
          <a:xfrm>
            <a:off x="4591050" y="3429000"/>
            <a:ext cx="6667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le-b-1">
            <a:extLst>
              <a:ext uri="{FF2B5EF4-FFF2-40B4-BE49-F238E27FC236}">
                <a16:creationId xmlns:a16="http://schemas.microsoft.com/office/drawing/2014/main" id="{4A6FD40E-A8A5-4511-A1ED-01204E6DCCC4}"/>
              </a:ext>
            </a:extLst>
          </p:cNvPr>
          <p:cNvSpPr>
            <a:spLocks noGrp="1"/>
          </p:cNvSpPr>
          <p:nvPr/>
        </p:nvSpPr>
        <p:spPr>
          <a:xfrm>
            <a:off x="4591050" y="373380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D7E7F4"/>
                </a:solidFill>
              </a:defRPr>
            </a:pPr>
            <a:r>
              <a:rPr sz="1650" b="0">
                <a:solidFill>
                  <a:srgbClr val="D7E7F4"/>
                </a:solidFill>
              </a:rPr>
              <a:t>Guiar, proponer y conocer a cada jugadora.</a:t>
            </a:r>
          </a:p>
        </p:txBody>
      </p:sp>
      <p:sp>
        <p:nvSpPr>
          <p:cNvPr id="15" name="role-2">
            <a:extLst>
              <a:ext uri="{FF2B5EF4-FFF2-40B4-BE49-F238E27FC236}">
                <a16:creationId xmlns:a16="http://schemas.microsoft.com/office/drawing/2014/main" id="{66A55516-20FE-4F1B-BABB-00304ABFCAC7}"/>
              </a:ext>
            </a:extLst>
          </p:cNvPr>
          <p:cNvSpPr>
            <a:spLocks noGrp="1"/>
          </p:cNvSpPr>
          <p:nvPr/>
        </p:nvSpPr>
        <p:spPr>
          <a:xfrm>
            <a:off x="8039100" y="1952625"/>
            <a:ext cx="3333750" cy="3238500"/>
          </a:xfrm>
          <a:prstGeom prst="roundRect">
            <a:avLst>
              <a:gd name="adj" fmla="val 3529"/>
            </a:avLst>
          </a:prstGeom>
          <a:solidFill>
            <a:srgbClr val="0D2A63"/>
          </a:solidFill>
          <a:ln w="9525">
            <a:solidFill>
              <a:srgbClr val="2F5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le-no-2">
            <a:extLst>
              <a:ext uri="{FF2B5EF4-FFF2-40B4-BE49-F238E27FC236}">
                <a16:creationId xmlns:a16="http://schemas.microsoft.com/office/drawing/2014/main" id="{B3BE0208-6616-440B-8519-77D238117E33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C928"/>
                </a:solidFill>
              </a:defRPr>
            </a:pPr>
            <a:r>
              <a:rPr sz="1650" b="1">
                <a:solidFill>
                  <a:srgbClr val="FFC928"/>
                </a:solidFill>
              </a:rPr>
              <a:t>03</a:t>
            </a:r>
          </a:p>
        </p:txBody>
      </p:sp>
      <p:sp>
        <p:nvSpPr>
          <p:cNvPr id="17" name="role-h-2">
            <a:extLst>
              <a:ext uri="{FF2B5EF4-FFF2-40B4-BE49-F238E27FC236}">
                <a16:creationId xmlns:a16="http://schemas.microsoft.com/office/drawing/2014/main" id="{C74A1CDD-3241-44D7-A2C5-7594C10B268A}"/>
              </a:ext>
            </a:extLst>
          </p:cNvPr>
          <p:cNvSpPr>
            <a:spLocks noGrp="1"/>
          </p:cNvSpPr>
          <p:nvPr/>
        </p:nvSpPr>
        <p:spPr>
          <a:xfrm>
            <a:off x="8305800" y="28575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ENTRENAR</a:t>
            </a:r>
          </a:p>
        </p:txBody>
      </p:sp>
      <p:sp>
        <p:nvSpPr>
          <p:cNvPr id="18" name="role-rule-2">
            <a:extLst>
              <a:ext uri="{FF2B5EF4-FFF2-40B4-BE49-F238E27FC236}">
                <a16:creationId xmlns:a16="http://schemas.microsoft.com/office/drawing/2014/main" id="{C6CA374B-E95D-469B-806B-462AD54C2B02}"/>
              </a:ext>
            </a:extLst>
          </p:cNvPr>
          <p:cNvSpPr>
            <a:spLocks noGrp="1"/>
          </p:cNvSpPr>
          <p:nvPr/>
        </p:nvSpPr>
        <p:spPr>
          <a:xfrm>
            <a:off x="8305800" y="3429000"/>
            <a:ext cx="6667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le-b-2">
            <a:extLst>
              <a:ext uri="{FF2B5EF4-FFF2-40B4-BE49-F238E27FC236}">
                <a16:creationId xmlns:a16="http://schemas.microsoft.com/office/drawing/2014/main" id="{5EE1A2AD-C5E2-417F-9817-B6545DAC55CC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2762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D7E7F4"/>
                </a:solidFill>
              </a:defRPr>
            </a:pPr>
            <a:r>
              <a:rPr sz="1650" b="0" dirty="0" err="1">
                <a:solidFill>
                  <a:srgbClr val="D7E7F4"/>
                </a:solidFill>
              </a:rPr>
              <a:t>Mejorar</a:t>
            </a:r>
            <a:r>
              <a:rPr sz="1650" b="0" dirty="0">
                <a:solidFill>
                  <a:srgbClr val="D7E7F4"/>
                </a:solidFill>
              </a:rPr>
              <a:t> el </a:t>
            </a:r>
            <a:r>
              <a:rPr sz="1650" b="0" dirty="0" err="1">
                <a:solidFill>
                  <a:srgbClr val="D7E7F4"/>
                </a:solidFill>
              </a:rPr>
              <a:t>nivel</a:t>
            </a:r>
            <a:r>
              <a:rPr sz="1650" b="0" dirty="0">
                <a:solidFill>
                  <a:srgbClr val="D7E7F4"/>
                </a:solidFill>
              </a:rPr>
              <a:t> </a:t>
            </a:r>
            <a:r>
              <a:rPr sz="1650" b="0" dirty="0" err="1">
                <a:solidFill>
                  <a:srgbClr val="D7E7F4"/>
                </a:solidFill>
              </a:rPr>
              <a:t>competitivo</a:t>
            </a:r>
            <a:r>
              <a:rPr sz="1650" b="0" dirty="0">
                <a:solidFill>
                  <a:srgbClr val="D7E7F4"/>
                </a:solidFill>
              </a:rPr>
              <a:t> del </a:t>
            </a:r>
            <a:r>
              <a:rPr sz="1650" b="0" dirty="0" err="1">
                <a:solidFill>
                  <a:srgbClr val="D7E7F4"/>
                </a:solidFill>
              </a:rPr>
              <a:t>equipo</a:t>
            </a:r>
            <a:r>
              <a:rPr sz="1650" b="0" dirty="0">
                <a:solidFill>
                  <a:srgbClr val="D7E7F4"/>
                </a:solidFill>
              </a:rPr>
              <a:t> y </a:t>
            </a:r>
            <a:r>
              <a:rPr sz="1650" b="0" dirty="0" err="1">
                <a:solidFill>
                  <a:srgbClr val="D7E7F4"/>
                </a:solidFill>
              </a:rPr>
              <a:t>enseñar</a:t>
            </a:r>
            <a:r>
              <a:rPr sz="1650" b="0" dirty="0">
                <a:solidFill>
                  <a:srgbClr val="D7E7F4"/>
                </a:solidFill>
              </a:rPr>
              <a:t> a </a:t>
            </a:r>
            <a:r>
              <a:rPr sz="1650" b="0" dirty="0" err="1">
                <a:solidFill>
                  <a:srgbClr val="D7E7F4"/>
                </a:solidFill>
              </a:rPr>
              <a:t>jugar</a:t>
            </a:r>
            <a:r>
              <a:rPr sz="1650" b="0" dirty="0">
                <a:solidFill>
                  <a:srgbClr val="D7E7F4"/>
                </a:solidFill>
              </a:rPr>
              <a:t> </a:t>
            </a:r>
            <a:r>
              <a:rPr lang="en-US" sz="1650" dirty="0" err="1">
                <a:solidFill>
                  <a:srgbClr val="D7E7F4"/>
                </a:solidFill>
              </a:rPr>
              <a:t>mejor</a:t>
            </a:r>
            <a:r>
              <a:rPr sz="1650" b="0" dirty="0">
                <a:solidFill>
                  <a:srgbClr val="D7E7F4"/>
                </a:solidFill>
              </a:rPr>
              <a:t>.</a:t>
            </a:r>
          </a:p>
        </p:txBody>
      </p:sp>
      <p:sp>
        <p:nvSpPr>
          <p:cNvPr id="20" name="promise">
            <a:extLst>
              <a:ext uri="{FF2B5EF4-FFF2-40B4-BE49-F238E27FC236}">
                <a16:creationId xmlns:a16="http://schemas.microsoft.com/office/drawing/2014/main" id="{C4C9264A-D3E6-4714-8D4C-27DE05C856E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76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 dirty="0" err="1">
                <a:solidFill>
                  <a:srgbClr val="FFFFFF"/>
                </a:solidFill>
              </a:rPr>
              <a:t>Exigencia</a:t>
            </a:r>
            <a:r>
              <a:rPr sz="1950" b="1" dirty="0">
                <a:solidFill>
                  <a:srgbClr val="FFFFFF"/>
                </a:solidFill>
              </a:rPr>
              <a:t> con </a:t>
            </a:r>
            <a:r>
              <a:rPr sz="1950" b="1" dirty="0" err="1">
                <a:solidFill>
                  <a:srgbClr val="FFFFFF"/>
                </a:solidFill>
              </a:rPr>
              <a:t>propósito</a:t>
            </a:r>
            <a:r>
              <a:rPr sz="1950" b="1" dirty="0">
                <a:solidFill>
                  <a:srgbClr val="FFFFFF"/>
                </a:solidFill>
              </a:rPr>
              <a:t>, </a:t>
            </a:r>
            <a:r>
              <a:rPr sz="1950" b="1" dirty="0" err="1">
                <a:solidFill>
                  <a:srgbClr val="FFFFFF"/>
                </a:solidFill>
              </a:rPr>
              <a:t>comunicación</a:t>
            </a:r>
            <a:r>
              <a:rPr sz="1950" b="1" dirty="0">
                <a:solidFill>
                  <a:srgbClr val="FFFFFF"/>
                </a:solidFill>
              </a:rPr>
              <a:t> </a:t>
            </a:r>
            <a:r>
              <a:rPr sz="1950" b="1" dirty="0" err="1">
                <a:solidFill>
                  <a:srgbClr val="FFFFFF"/>
                </a:solidFill>
              </a:rPr>
              <a:t>clara</a:t>
            </a:r>
            <a:r>
              <a:rPr sz="1950" b="1" dirty="0">
                <a:solidFill>
                  <a:srgbClr val="FFFFFF"/>
                </a:solidFill>
              </a:rPr>
              <a:t> y </a:t>
            </a:r>
            <a:r>
              <a:rPr sz="1950" b="1" dirty="0" err="1">
                <a:solidFill>
                  <a:srgbClr val="FFFFFF"/>
                </a:solidFill>
              </a:rPr>
              <a:t>respeto</a:t>
            </a:r>
            <a:r>
              <a:rPr sz="1950" b="1" dirty="0">
                <a:solidFill>
                  <a:srgbClr val="FFFFFF"/>
                </a:solidFill>
              </a:rPr>
              <a:t> </a:t>
            </a:r>
            <a:r>
              <a:rPr sz="1950" b="1" dirty="0" err="1">
                <a:solidFill>
                  <a:srgbClr val="FFFFFF"/>
                </a:solidFill>
              </a:rPr>
              <a:t>siempre</a:t>
            </a:r>
            <a:r>
              <a:rPr sz="195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9C801DC5-A2B9-44D1-B28F-9B4565F08BD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VAQUERAS 10U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657B1306-7288-4B56-A934-900851F2B109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507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A9FFA477-68B3-4F01-8D29-771639DC5A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489A59D1-B823-4ED4-95E3-B47A9C4F5D1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30E5139-F21D-45F9-B266-A8BD00BD26C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Así se ve un buen entrenamiento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F10E8E1-7D3D-4D7C-B502-1D8D6AB5590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ullet-0">
            <a:extLst>
              <a:ext uri="{FF2B5EF4-FFF2-40B4-BE49-F238E27FC236}">
                <a16:creationId xmlns:a16="http://schemas.microsoft.com/office/drawing/2014/main" id="{4AB86F4A-12F0-4E3E-B7D6-B5A7E0BB4D3C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ullet-text-0">
            <a:extLst>
              <a:ext uri="{FF2B5EF4-FFF2-40B4-BE49-F238E27FC236}">
                <a16:creationId xmlns:a16="http://schemas.microsoft.com/office/drawing/2014/main" id="{9D2EA0E9-7B00-414F-83FF-334E2C528890}"/>
              </a:ext>
            </a:extLst>
          </p:cNvPr>
          <p:cNvSpPr>
            <a:spLocks noGrp="1"/>
          </p:cNvSpPr>
          <p:nvPr/>
        </p:nvSpPr>
        <p:spPr>
          <a:xfrm>
            <a:off x="1123950" y="180975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Llegamos con disposición para aprender y trabajar.</a:t>
            </a:r>
          </a:p>
        </p:txBody>
      </p:sp>
      <p:sp>
        <p:nvSpPr>
          <p:cNvPr id="7" name="bullet-1">
            <a:extLst>
              <a:ext uri="{FF2B5EF4-FFF2-40B4-BE49-F238E27FC236}">
                <a16:creationId xmlns:a16="http://schemas.microsoft.com/office/drawing/2014/main" id="{2D748A95-A8BF-4830-B137-10A59C5AEDA0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text-1">
            <a:extLst>
              <a:ext uri="{FF2B5EF4-FFF2-40B4-BE49-F238E27FC236}">
                <a16:creationId xmlns:a16="http://schemas.microsoft.com/office/drawing/2014/main" id="{A84F6A6A-633C-4698-81CA-8C14CF57186E}"/>
              </a:ext>
            </a:extLst>
          </p:cNvPr>
          <p:cNvSpPr>
            <a:spLocks noGrp="1"/>
          </p:cNvSpPr>
          <p:nvPr/>
        </p:nvSpPr>
        <p:spPr>
          <a:xfrm>
            <a:off x="1123950" y="247650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Todas participan y entienden el propósito de cada ejercicio.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1EDE776D-B8C5-4015-AB69-351F93A836C3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text-2">
            <a:extLst>
              <a:ext uri="{FF2B5EF4-FFF2-40B4-BE49-F238E27FC236}">
                <a16:creationId xmlns:a16="http://schemas.microsoft.com/office/drawing/2014/main" id="{17B48E67-F2FB-4FD6-BE57-D2F47C0BFC10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La atención se centra en lo que debemos mejorar.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BA0A5A0C-43D5-4F80-891B-19090FBD9B43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-3">
            <a:extLst>
              <a:ext uri="{FF2B5EF4-FFF2-40B4-BE49-F238E27FC236}">
                <a16:creationId xmlns:a16="http://schemas.microsoft.com/office/drawing/2014/main" id="{F14E69B8-D871-4BB6-B83F-6185FDAD1C37}"/>
              </a:ext>
            </a:extLst>
          </p:cNvPr>
          <p:cNvSpPr>
            <a:spLocks noGrp="1"/>
          </p:cNvSpPr>
          <p:nvPr/>
        </p:nvSpPr>
        <p:spPr>
          <a:xfrm>
            <a:off x="1123950" y="381000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El entrenamiento es continuo, dinámico y con variedad.</a:t>
            </a:r>
          </a:p>
        </p:txBody>
      </p:sp>
      <p:sp>
        <p:nvSpPr>
          <p:cNvPr id="13" name="bullet-4">
            <a:extLst>
              <a:ext uri="{FF2B5EF4-FFF2-40B4-BE49-F238E27FC236}">
                <a16:creationId xmlns:a16="http://schemas.microsoft.com/office/drawing/2014/main" id="{89EF064C-7472-4DE2-9A22-097D4694C9F3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ullet-text-4">
            <a:extLst>
              <a:ext uri="{FF2B5EF4-FFF2-40B4-BE49-F238E27FC236}">
                <a16:creationId xmlns:a16="http://schemas.microsoft.com/office/drawing/2014/main" id="{9272276C-93F5-41FC-8F20-84F8E92FA4DC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El feedback es positivo, específico y respetuoso.</a:t>
            </a:r>
          </a:p>
        </p:txBody>
      </p:sp>
      <p:sp>
        <p:nvSpPr>
          <p:cNvPr id="15" name="bullet-5">
            <a:extLst>
              <a:ext uri="{FF2B5EF4-FFF2-40B4-BE49-F238E27FC236}">
                <a16:creationId xmlns:a16="http://schemas.microsoft.com/office/drawing/2014/main" id="{D3AEEEF9-10FD-4545-820E-502A0D1E2FCE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llet-text-5">
            <a:extLst>
              <a:ext uri="{FF2B5EF4-FFF2-40B4-BE49-F238E27FC236}">
                <a16:creationId xmlns:a16="http://schemas.microsoft.com/office/drawing/2014/main" id="{04E069F2-8FDF-4CBB-B26D-B75FC8D8852D}"/>
              </a:ext>
            </a:extLst>
          </p:cNvPr>
          <p:cNvSpPr>
            <a:spLocks noGrp="1"/>
          </p:cNvSpPr>
          <p:nvPr/>
        </p:nvSpPr>
        <p:spPr>
          <a:xfrm>
            <a:off x="1123950" y="5143500"/>
            <a:ext cx="1002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La calidad y el control están por encima de la prisa.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197AE6A6-97E0-4071-93A9-C011B63E17E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21B4A156-1AF8-439E-A027-5B635EA26AD8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38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F8C9F6C1-811F-4EB1-A2BD-E53ADE59B0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37B82E53-C662-4190-879F-4E64934D838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A5E241F-FF68-4797-B6FB-1ABA82C3C88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Primero construimos la base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32783944-85BA-460A-873A-70C8383D7E4E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ep-0">
            <a:extLst>
              <a:ext uri="{FF2B5EF4-FFF2-40B4-BE49-F238E27FC236}">
                <a16:creationId xmlns:a16="http://schemas.microsoft.com/office/drawing/2014/main" id="{FFAEDDB1-EE13-4ABB-B2A9-3EB0C9F8B2F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rep-top-0">
            <a:extLst>
              <a:ext uri="{FF2B5EF4-FFF2-40B4-BE49-F238E27FC236}">
                <a16:creationId xmlns:a16="http://schemas.microsoft.com/office/drawing/2014/main" id="{A2ECC129-8226-4941-9EBF-7943ECAF38C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1714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rep-h-0">
            <a:extLst>
              <a:ext uri="{FF2B5EF4-FFF2-40B4-BE49-F238E27FC236}">
                <a16:creationId xmlns:a16="http://schemas.microsoft.com/office/drawing/2014/main" id="{7271B177-BD20-4853-A560-5790041425DE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GENERAL</a:t>
            </a:r>
          </a:p>
        </p:txBody>
      </p:sp>
      <p:sp>
        <p:nvSpPr>
          <p:cNvPr id="8" name="prep-n-0">
            <a:extLst>
              <a:ext uri="{FF2B5EF4-FFF2-40B4-BE49-F238E27FC236}">
                <a16:creationId xmlns:a16="http://schemas.microsoft.com/office/drawing/2014/main" id="{5DE6625A-C1E8-4E7E-ADC2-B5EBCC7C5E63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SEMANA 1–3</a:t>
            </a:r>
          </a:p>
        </p:txBody>
      </p:sp>
      <p:sp>
        <p:nvSpPr>
          <p:cNvPr id="9" name="prep-b-0">
            <a:extLst>
              <a:ext uri="{FF2B5EF4-FFF2-40B4-BE49-F238E27FC236}">
                <a16:creationId xmlns:a16="http://schemas.microsoft.com/office/drawing/2014/main" id="{B9E5FF92-97A1-4AAF-84FC-F7C1506CB88B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28384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Conocer al grupo y recopilar la información necesaria para planificar.</a:t>
            </a:r>
          </a:p>
        </p:txBody>
      </p:sp>
      <p:sp>
        <p:nvSpPr>
          <p:cNvPr id="10" name="prep-1">
            <a:extLst>
              <a:ext uri="{FF2B5EF4-FFF2-40B4-BE49-F238E27FC236}">
                <a16:creationId xmlns:a16="http://schemas.microsoft.com/office/drawing/2014/main" id="{2EDCC546-D297-494B-9CC3-E9DB984D01FD}"/>
              </a:ext>
            </a:extLst>
          </p:cNvPr>
          <p:cNvSpPr>
            <a:spLocks noGrp="1"/>
          </p:cNvSpPr>
          <p:nvPr/>
        </p:nvSpPr>
        <p:spPr>
          <a:xfrm>
            <a:off x="4324350" y="195262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ep-top-1">
            <a:extLst>
              <a:ext uri="{FF2B5EF4-FFF2-40B4-BE49-F238E27FC236}">
                <a16:creationId xmlns:a16="http://schemas.microsoft.com/office/drawing/2014/main" id="{656BFCA0-D21E-4E8D-BB4B-30DD48D62634}"/>
              </a:ext>
            </a:extLst>
          </p:cNvPr>
          <p:cNvSpPr>
            <a:spLocks noGrp="1"/>
          </p:cNvSpPr>
          <p:nvPr/>
        </p:nvSpPr>
        <p:spPr>
          <a:xfrm>
            <a:off x="4324350" y="1952625"/>
            <a:ext cx="3333750" cy="1714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rep-h-1">
            <a:extLst>
              <a:ext uri="{FF2B5EF4-FFF2-40B4-BE49-F238E27FC236}">
                <a16:creationId xmlns:a16="http://schemas.microsoft.com/office/drawing/2014/main" id="{DFE9D636-B67E-4120-A565-8D67285C4F47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INTRODUCTORIA</a:t>
            </a:r>
          </a:p>
        </p:txBody>
      </p:sp>
      <p:sp>
        <p:nvSpPr>
          <p:cNvPr id="13" name="prep-n-1">
            <a:extLst>
              <a:ext uri="{FF2B5EF4-FFF2-40B4-BE49-F238E27FC236}">
                <a16:creationId xmlns:a16="http://schemas.microsoft.com/office/drawing/2014/main" id="{6314E8C9-32BA-47D8-AC9F-3EF0CCA440AC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SEMANA 4–7</a:t>
            </a:r>
          </a:p>
        </p:txBody>
      </p:sp>
      <p:sp>
        <p:nvSpPr>
          <p:cNvPr id="14" name="prep-b-1">
            <a:extLst>
              <a:ext uri="{FF2B5EF4-FFF2-40B4-BE49-F238E27FC236}">
                <a16:creationId xmlns:a16="http://schemas.microsoft.com/office/drawing/2014/main" id="{EA6F002D-50D4-4761-A041-F61EFD29757E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28384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Trabajar los fundamentos del juego y la preparación física.</a:t>
            </a:r>
          </a:p>
        </p:txBody>
      </p:sp>
      <p:sp>
        <p:nvSpPr>
          <p:cNvPr id="15" name="prep-2">
            <a:extLst>
              <a:ext uri="{FF2B5EF4-FFF2-40B4-BE49-F238E27FC236}">
                <a16:creationId xmlns:a16="http://schemas.microsoft.com/office/drawing/2014/main" id="{1C685F7B-9BCF-4238-B8EC-182A7C5926DA}"/>
              </a:ext>
            </a:extLst>
          </p:cNvPr>
          <p:cNvSpPr>
            <a:spLocks noGrp="1"/>
          </p:cNvSpPr>
          <p:nvPr/>
        </p:nvSpPr>
        <p:spPr>
          <a:xfrm>
            <a:off x="8039100" y="1952625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ep-top-2">
            <a:extLst>
              <a:ext uri="{FF2B5EF4-FFF2-40B4-BE49-F238E27FC236}">
                <a16:creationId xmlns:a16="http://schemas.microsoft.com/office/drawing/2014/main" id="{5E80CCDE-42D6-42F2-BCD1-3E47BFF1FB32}"/>
              </a:ext>
            </a:extLst>
          </p:cNvPr>
          <p:cNvSpPr>
            <a:spLocks noGrp="1"/>
          </p:cNvSpPr>
          <p:nvPr/>
        </p:nvSpPr>
        <p:spPr>
          <a:xfrm>
            <a:off x="8039100" y="1952625"/>
            <a:ext cx="3333750" cy="17145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ep-h-2">
            <a:extLst>
              <a:ext uri="{FF2B5EF4-FFF2-40B4-BE49-F238E27FC236}">
                <a16:creationId xmlns:a16="http://schemas.microsoft.com/office/drawing/2014/main" id="{1B2DBA4D-D1C5-4CEC-809C-B7887BC06439}"/>
              </a:ext>
            </a:extLst>
          </p:cNvPr>
          <p:cNvSpPr>
            <a:spLocks noGrp="1"/>
          </p:cNvSpPr>
          <p:nvPr/>
        </p:nvSpPr>
        <p:spPr>
          <a:xfrm>
            <a:off x="8286750" y="24765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DESARROLLO</a:t>
            </a:r>
          </a:p>
        </p:txBody>
      </p:sp>
      <p:sp>
        <p:nvSpPr>
          <p:cNvPr id="18" name="prep-n-2">
            <a:extLst>
              <a:ext uri="{FF2B5EF4-FFF2-40B4-BE49-F238E27FC236}">
                <a16:creationId xmlns:a16="http://schemas.microsoft.com/office/drawing/2014/main" id="{C9AF1538-59B9-4D0F-8810-0EF2B4DE99F0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SEMANA 8–12</a:t>
            </a:r>
          </a:p>
        </p:txBody>
      </p:sp>
      <p:sp>
        <p:nvSpPr>
          <p:cNvPr id="19" name="prep-b-2">
            <a:extLst>
              <a:ext uri="{FF2B5EF4-FFF2-40B4-BE49-F238E27FC236}">
                <a16:creationId xmlns:a16="http://schemas.microsoft.com/office/drawing/2014/main" id="{09E96924-F2E7-4B18-90FE-378336520EB2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28384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2213A"/>
                </a:solidFill>
              </a:defRPr>
            </a:pPr>
            <a:r>
              <a:rPr sz="1650" b="0">
                <a:solidFill>
                  <a:srgbClr val="12213A"/>
                </a:solidFill>
              </a:rPr>
              <a:t>Profundizar en técnica, iniciar el trabajo táctico y elevar la concentración.</a:t>
            </a:r>
          </a:p>
        </p:txBody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1A417734-0615-4CCE-9F0D-0DB28708C2C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21" name="page">
            <a:extLst>
              <a:ext uri="{FF2B5EF4-FFF2-40B4-BE49-F238E27FC236}">
                <a16:creationId xmlns:a16="http://schemas.microsoft.com/office/drawing/2014/main" id="{13190F4B-3DAF-4E12-8463-0C2988F35ECE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048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op-accent">
            <a:extLst>
              <a:ext uri="{FF2B5EF4-FFF2-40B4-BE49-F238E27FC236}">
                <a16:creationId xmlns:a16="http://schemas.microsoft.com/office/drawing/2014/main" id="{228F215F-FA0A-44E9-87D0-FC176EADF6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D012309-50E0-459B-B36A-469F4A0AFCE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39E8917-4CF5-4C24-B83B-1148473D8C0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Después convertimos hábitos en juego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FE596925-A6AF-41B8-9CA7-E7ED2193925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eft">
            <a:extLst>
              <a:ext uri="{FF2B5EF4-FFF2-40B4-BE49-F238E27FC236}">
                <a16:creationId xmlns:a16="http://schemas.microsoft.com/office/drawing/2014/main" id="{7F7A3762-A91A-4607-8F67-752E9F09E69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143500" cy="3333750"/>
          </a:xfrm>
          <a:prstGeom prst="roundRect">
            <a:avLst>
              <a:gd name="adj" fmla="val 3429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eft-h">
            <a:extLst>
              <a:ext uri="{FF2B5EF4-FFF2-40B4-BE49-F238E27FC236}">
                <a16:creationId xmlns:a16="http://schemas.microsoft.com/office/drawing/2014/main" id="{F2074C53-22AC-40B8-9F8D-2D55B4CD8FE0}"/>
              </a:ext>
            </a:extLst>
          </p:cNvPr>
          <p:cNvSpPr>
            <a:spLocks noGrp="1"/>
          </p:cNvSpPr>
          <p:nvPr/>
        </p:nvSpPr>
        <p:spPr>
          <a:xfrm>
            <a:off x="914400" y="23336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PRECOMPETENCIA</a:t>
            </a:r>
          </a:p>
        </p:txBody>
      </p:sp>
      <p:sp>
        <p:nvSpPr>
          <p:cNvPr id="7" name="left-w">
            <a:extLst>
              <a:ext uri="{FF2B5EF4-FFF2-40B4-BE49-F238E27FC236}">
                <a16:creationId xmlns:a16="http://schemas.microsoft.com/office/drawing/2014/main" id="{49BC942C-F128-4775-A421-24DED9021545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C928"/>
                </a:solidFill>
              </a:defRPr>
            </a:pPr>
            <a:r>
              <a:rPr sz="1350" b="1">
                <a:solidFill>
                  <a:srgbClr val="FFC928"/>
                </a:solidFill>
              </a:rPr>
              <a:t>Semanas 13–21</a:t>
            </a:r>
          </a:p>
        </p:txBody>
      </p:sp>
      <p:sp>
        <p:nvSpPr>
          <p:cNvPr id="8" name="left-b">
            <a:extLst>
              <a:ext uri="{FF2B5EF4-FFF2-40B4-BE49-F238E27FC236}">
                <a16:creationId xmlns:a16="http://schemas.microsoft.com/office/drawing/2014/main" id="{E2F6CD84-0207-4DB9-AA07-D2FF1E87344E}"/>
              </a:ext>
            </a:extLst>
          </p:cNvPr>
          <p:cNvSpPr>
            <a:spLocks noGrp="1"/>
          </p:cNvSpPr>
          <p:nvPr/>
        </p:nvSpPr>
        <p:spPr>
          <a:xfrm>
            <a:off x="914400" y="3381375"/>
            <a:ext cx="4286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Desarrollamos el patrón de juego y reconocemos fortalezas y áreas de mejora en los aspectos técnicos y tácticos.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93EB921E-C0A1-4922-8B21-65FFBB4C8608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5505450" cy="3333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-h">
            <a:extLst>
              <a:ext uri="{FF2B5EF4-FFF2-40B4-BE49-F238E27FC236}">
                <a16:creationId xmlns:a16="http://schemas.microsoft.com/office/drawing/2014/main" id="{5EDD1287-5008-45C5-BCEC-7B0853E68B62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23B8F"/>
                </a:solidFill>
              </a:defRPr>
            </a:pPr>
            <a:r>
              <a:rPr sz="2025" b="1">
                <a:solidFill>
                  <a:srgbClr val="123B8F"/>
                </a:solidFill>
              </a:rPr>
              <a:t>PULIDO</a:t>
            </a:r>
          </a:p>
        </p:txBody>
      </p:sp>
      <p:sp>
        <p:nvSpPr>
          <p:cNvPr id="11" name="right-w">
            <a:extLst>
              <a:ext uri="{FF2B5EF4-FFF2-40B4-BE49-F238E27FC236}">
                <a16:creationId xmlns:a16="http://schemas.microsoft.com/office/drawing/2014/main" id="{FB490241-95B5-433F-86D9-C9AA1CEB430A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Semanas 22–34</a:t>
            </a:r>
          </a:p>
        </p:txBody>
      </p:sp>
      <p:sp>
        <p:nvSpPr>
          <p:cNvPr id="12" name="right-b">
            <a:extLst>
              <a:ext uri="{FF2B5EF4-FFF2-40B4-BE49-F238E27FC236}">
                <a16:creationId xmlns:a16="http://schemas.microsoft.com/office/drawing/2014/main" id="{A3A1B549-65DC-424B-A6A9-474DEE36BA56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4762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12213A"/>
                </a:solidFill>
              </a:defRPr>
            </a:pPr>
            <a:r>
              <a:rPr sz="1800" b="0">
                <a:solidFill>
                  <a:srgbClr val="12213A"/>
                </a:solidFill>
              </a:rPr>
              <a:t>Buscamos consistencia en todas las facetas para llegar a la competencia como un equipo conectado y efectivo.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643CE95F-BC2D-42BD-B78E-96A5711C873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14" name="page">
            <a:extLst>
              <a:ext uri="{FF2B5EF4-FFF2-40B4-BE49-F238E27FC236}">
                <a16:creationId xmlns:a16="http://schemas.microsoft.com/office/drawing/2014/main" id="{CE61714F-F5E8-43F0-BFC3-E43984C2290B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807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accent">
            <a:extLst>
              <a:ext uri="{FF2B5EF4-FFF2-40B4-BE49-F238E27FC236}">
                <a16:creationId xmlns:a16="http://schemas.microsoft.com/office/drawing/2014/main" id="{7FF7B493-E29D-4BBE-A2AE-A1F417A104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2E6F33CF-966F-4D61-AE67-99F5943D767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8D7F0"/>
                </a:solidFill>
              </a:defRPr>
            </a:pPr>
            <a:r>
              <a:rPr sz="1050" b="1">
                <a:solidFill>
                  <a:srgbClr val="B8D7F0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6458B-B5BF-4A60-8DEE-DBCE848E7A6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Competimos en nuestro mejor nivel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751CC6EE-7215-4BBD-BDFD-5563BBBC8ACE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ig">
            <a:extLst>
              <a:ext uri="{FF2B5EF4-FFF2-40B4-BE49-F238E27FC236}">
                <a16:creationId xmlns:a16="http://schemas.microsoft.com/office/drawing/2014/main" id="{0C6748F7-D193-4FFB-8800-AACAAE91680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C928"/>
                </a:solidFill>
              </a:defRPr>
            </a:pPr>
            <a:r>
              <a:rPr sz="3600" b="1">
                <a:solidFill>
                  <a:srgbClr val="FFC928"/>
                </a:solidFill>
              </a:rPr>
              <a:t>SEM. 35–43</a:t>
            </a:r>
          </a:p>
        </p:txBody>
      </p:sp>
      <p:sp>
        <p:nvSpPr>
          <p:cNvPr id="6" name="copy">
            <a:extLst>
              <a:ext uri="{FF2B5EF4-FFF2-40B4-BE49-F238E27FC236}">
                <a16:creationId xmlns:a16="http://schemas.microsoft.com/office/drawing/2014/main" id="{1DC19CAA-E18B-433D-B287-7253D2843D59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5905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Integramos la preparación física, técnica, táctica y emocional para rendir al máximo dentro de nuestra categoría.</a:t>
            </a: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0E8113FE-726E-4CCC-A827-28D435CE3E95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90550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ub">
            <a:extLst>
              <a:ext uri="{FF2B5EF4-FFF2-40B4-BE49-F238E27FC236}">
                <a16:creationId xmlns:a16="http://schemas.microsoft.com/office/drawing/2014/main" id="{D03B470E-BEDC-4B4A-BF45-8A6AF723E95F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590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D7E7F4"/>
                </a:solidFill>
              </a:defRPr>
            </a:pPr>
            <a:r>
              <a:rPr sz="1800" b="0">
                <a:solidFill>
                  <a:srgbClr val="D7E7F4"/>
                </a:solidFill>
              </a:rPr>
              <a:t>La meta: sostener el mejor nivel del año con confianza, disciplina y unión.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t="10447" b="10447"/>
          <a:stretch>
            <a:fillRect/>
          </a:stretch>
        </p:blipFill>
        <p:spPr>
          <a:xfrm>
            <a:off x="7334250" y="1381125"/>
            <a:ext cx="4191000" cy="4476750"/>
          </a:xfrm>
          <a:prstGeom prst="roundRect">
            <a:avLst>
              <a:gd name="adj" fmla="val 2727"/>
            </a:avLst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8E4DB609-D30F-4A39-A8E6-5E2DF447A29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VAQUERAS 10U</a:t>
            </a:r>
          </a:p>
        </p:txBody>
      </p:sp>
      <p:sp>
        <p:nvSpPr>
          <p:cNvPr id="11" name="page">
            <a:extLst>
              <a:ext uri="{FF2B5EF4-FFF2-40B4-BE49-F238E27FC236}">
                <a16:creationId xmlns:a16="http://schemas.microsoft.com/office/drawing/2014/main" id="{13B19EC4-0076-402F-93B6-9D04AF66E06B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8D7F0"/>
                </a:solidFill>
              </a:defRPr>
            </a:pPr>
            <a:r>
              <a:rPr sz="900" b="1">
                <a:solidFill>
                  <a:srgbClr val="B8D7F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586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accent">
            <a:extLst>
              <a:ext uri="{FF2B5EF4-FFF2-40B4-BE49-F238E27FC236}">
                <a16:creationId xmlns:a16="http://schemas.microsoft.com/office/drawing/2014/main" id="{EA2415C6-F374-41EB-9ECB-CA54284C7A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8D767C1-D3EF-4BA2-ADB5-0A52B120AB4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38D664D-EF80-4B8B-BA31-0DC128B514C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Objetivos técnicos: dominar los fundamentos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866E24AC-5922-46BA-9DAE-DEDBE8D7CF7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kill-0">
            <a:extLst>
              <a:ext uri="{FF2B5EF4-FFF2-40B4-BE49-F238E27FC236}">
                <a16:creationId xmlns:a16="http://schemas.microsoft.com/office/drawing/2014/main" id="{66234D47-74D7-47F8-97AA-CE234613337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kill-bar-0">
            <a:extLst>
              <a:ext uri="{FF2B5EF4-FFF2-40B4-BE49-F238E27FC236}">
                <a16:creationId xmlns:a16="http://schemas.microsoft.com/office/drawing/2014/main" id="{CF83F256-C747-449D-BE8C-80D4A0656B9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kill-h-0">
            <a:extLst>
              <a:ext uri="{FF2B5EF4-FFF2-40B4-BE49-F238E27FC236}">
                <a16:creationId xmlns:a16="http://schemas.microsoft.com/office/drawing/2014/main" id="{A20BCB67-C23F-4AF9-A815-AB66F388FFC2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RECIBO</a:t>
            </a:r>
          </a:p>
        </p:txBody>
      </p:sp>
      <p:sp>
        <p:nvSpPr>
          <p:cNvPr id="8" name="skill-b-0">
            <a:extLst>
              <a:ext uri="{FF2B5EF4-FFF2-40B4-BE49-F238E27FC236}">
                <a16:creationId xmlns:a16="http://schemas.microsoft.com/office/drawing/2014/main" id="{2A7827C7-4F80-423E-9926-D70B40879BC7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Postura · plataforma · balance · dirección</a:t>
            </a:r>
          </a:p>
        </p:txBody>
      </p:sp>
      <p:sp>
        <p:nvSpPr>
          <p:cNvPr id="9" name="skill-1">
            <a:extLst>
              <a:ext uri="{FF2B5EF4-FFF2-40B4-BE49-F238E27FC236}">
                <a16:creationId xmlns:a16="http://schemas.microsoft.com/office/drawing/2014/main" id="{AB2D45A9-3AD0-40CB-A7E4-10011A7B6741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kill-bar-1">
            <a:extLst>
              <a:ext uri="{FF2B5EF4-FFF2-40B4-BE49-F238E27FC236}">
                <a16:creationId xmlns:a16="http://schemas.microsoft.com/office/drawing/2014/main" id="{2438E2E1-29D4-4D10-B5D8-FF97D421D09D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kill-h-1">
            <a:extLst>
              <a:ext uri="{FF2B5EF4-FFF2-40B4-BE49-F238E27FC236}">
                <a16:creationId xmlns:a16="http://schemas.microsoft.com/office/drawing/2014/main" id="{C82FE736-3E76-4086-9989-C7F97DCB7ACA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ATAQUE</a:t>
            </a:r>
          </a:p>
        </p:txBody>
      </p:sp>
      <p:sp>
        <p:nvSpPr>
          <p:cNvPr id="12" name="skill-b-1">
            <a:extLst>
              <a:ext uri="{FF2B5EF4-FFF2-40B4-BE49-F238E27FC236}">
                <a16:creationId xmlns:a16="http://schemas.microsoft.com/office/drawing/2014/main" id="{89DDD2D6-B180-468E-B0DB-DFB6A5572FF2}"/>
              </a:ext>
            </a:extLst>
          </p:cNvPr>
          <p:cNvSpPr>
            <a:spLocks noGrp="1"/>
          </p:cNvSpPr>
          <p:nvPr/>
        </p:nvSpPr>
        <p:spPr>
          <a:xfrm>
            <a:off x="4514850" y="2609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Footwork · tren inferior · contacto alto · zonas</a:t>
            </a:r>
          </a:p>
        </p:txBody>
      </p:sp>
      <p:sp>
        <p:nvSpPr>
          <p:cNvPr id="13" name="skill-2">
            <a:extLst>
              <a:ext uri="{FF2B5EF4-FFF2-40B4-BE49-F238E27FC236}">
                <a16:creationId xmlns:a16="http://schemas.microsoft.com/office/drawing/2014/main" id="{6D8AD742-3DFF-4478-95F8-730F87773948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kill-bar-2">
            <a:extLst>
              <a:ext uri="{FF2B5EF4-FFF2-40B4-BE49-F238E27FC236}">
                <a16:creationId xmlns:a16="http://schemas.microsoft.com/office/drawing/2014/main" id="{D07814AA-4003-4309-84ED-E3A744B1D8C7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kill-h-2">
            <a:extLst>
              <a:ext uri="{FF2B5EF4-FFF2-40B4-BE49-F238E27FC236}">
                <a16:creationId xmlns:a16="http://schemas.microsoft.com/office/drawing/2014/main" id="{3223035A-ED36-444E-9361-2B6D58E6EB3C}"/>
              </a:ext>
            </a:extLst>
          </p:cNvPr>
          <p:cNvSpPr>
            <a:spLocks noGrp="1"/>
          </p:cNvSpPr>
          <p:nvPr/>
        </p:nvSpPr>
        <p:spPr>
          <a:xfrm>
            <a:off x="8191500" y="2143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DEFENSA</a:t>
            </a:r>
          </a:p>
        </p:txBody>
      </p:sp>
      <p:sp>
        <p:nvSpPr>
          <p:cNvPr id="16" name="skill-b-2">
            <a:extLst>
              <a:ext uri="{FF2B5EF4-FFF2-40B4-BE49-F238E27FC236}">
                <a16:creationId xmlns:a16="http://schemas.microsoft.com/office/drawing/2014/main" id="{D8871BF3-673B-498A-BC65-F1750B1F5740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Lectura · reacción · desplazamiento · control</a:t>
            </a:r>
          </a:p>
        </p:txBody>
      </p:sp>
      <p:sp>
        <p:nvSpPr>
          <p:cNvPr id="17" name="skill-3">
            <a:extLst>
              <a:ext uri="{FF2B5EF4-FFF2-40B4-BE49-F238E27FC236}">
                <a16:creationId xmlns:a16="http://schemas.microsoft.com/office/drawing/2014/main" id="{93EB9233-4D56-4815-80CF-B9E1D6348981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kill-bar-3">
            <a:extLst>
              <a:ext uri="{FF2B5EF4-FFF2-40B4-BE49-F238E27FC236}">
                <a16:creationId xmlns:a16="http://schemas.microsoft.com/office/drawing/2014/main" id="{B532F00E-397C-45D3-8C61-9A3A7E5F42B3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29A5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kill-h-3">
            <a:extLst>
              <a:ext uri="{FF2B5EF4-FFF2-40B4-BE49-F238E27FC236}">
                <a16:creationId xmlns:a16="http://schemas.microsoft.com/office/drawing/2014/main" id="{B0832418-96CB-4EA0-B51D-F39D45A4E166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BLOQUEO</a:t>
            </a:r>
          </a:p>
        </p:txBody>
      </p:sp>
      <p:sp>
        <p:nvSpPr>
          <p:cNvPr id="20" name="skill-b-3">
            <a:extLst>
              <a:ext uri="{FF2B5EF4-FFF2-40B4-BE49-F238E27FC236}">
                <a16:creationId xmlns:a16="http://schemas.microsoft.com/office/drawing/2014/main" id="{FA4F9BE8-0635-43A1-9C65-840459352365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Postura · contacto individual · coordinación</a:t>
            </a:r>
          </a:p>
        </p:txBody>
      </p:sp>
      <p:sp>
        <p:nvSpPr>
          <p:cNvPr id="21" name="skill-4">
            <a:extLst>
              <a:ext uri="{FF2B5EF4-FFF2-40B4-BE49-F238E27FC236}">
                <a16:creationId xmlns:a16="http://schemas.microsoft.com/office/drawing/2014/main" id="{40AB2183-E448-41DB-B80E-22FF97F819D3}"/>
              </a:ext>
            </a:extLst>
          </p:cNvPr>
          <p:cNvSpPr>
            <a:spLocks noGrp="1"/>
          </p:cNvSpPr>
          <p:nvPr/>
        </p:nvSpPr>
        <p:spPr>
          <a:xfrm>
            <a:off x="4286250" y="38100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kill-bar-4">
            <a:extLst>
              <a:ext uri="{FF2B5EF4-FFF2-40B4-BE49-F238E27FC236}">
                <a16:creationId xmlns:a16="http://schemas.microsoft.com/office/drawing/2014/main" id="{0505BBF7-66DA-4393-B6FB-D885E772198C}"/>
              </a:ext>
            </a:extLst>
          </p:cNvPr>
          <p:cNvSpPr>
            <a:spLocks noGrp="1"/>
          </p:cNvSpPr>
          <p:nvPr/>
        </p:nvSpPr>
        <p:spPr>
          <a:xfrm>
            <a:off x="4286250" y="381000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E6525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kill-h-4">
            <a:extLst>
              <a:ext uri="{FF2B5EF4-FFF2-40B4-BE49-F238E27FC236}">
                <a16:creationId xmlns:a16="http://schemas.microsoft.com/office/drawing/2014/main" id="{7353A25A-7FF8-41D4-A5DF-85FD65BB9252}"/>
              </a:ext>
            </a:extLst>
          </p:cNvPr>
          <p:cNvSpPr>
            <a:spLocks noGrp="1"/>
          </p:cNvSpPr>
          <p:nvPr/>
        </p:nvSpPr>
        <p:spPr>
          <a:xfrm>
            <a:off x="4514850" y="4143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COLOCACIÓN</a:t>
            </a:r>
          </a:p>
        </p:txBody>
      </p:sp>
      <p:sp>
        <p:nvSpPr>
          <p:cNvPr id="24" name="skill-b-4">
            <a:extLst>
              <a:ext uri="{FF2B5EF4-FFF2-40B4-BE49-F238E27FC236}">
                <a16:creationId xmlns:a16="http://schemas.microsoft.com/office/drawing/2014/main" id="{3C1BC4DE-8145-4737-8C19-E33CAE6839E1}"/>
              </a:ext>
            </a:extLst>
          </p:cNvPr>
          <p:cNvSpPr>
            <a:spLocks noGrp="1"/>
          </p:cNvSpPr>
          <p:nvPr/>
        </p:nvSpPr>
        <p:spPr>
          <a:xfrm>
            <a:off x="4514850" y="46101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Posición corporal · voleo · anticipación · precisión</a:t>
            </a:r>
          </a:p>
        </p:txBody>
      </p:sp>
      <p:sp>
        <p:nvSpPr>
          <p:cNvPr id="25" name="skill-5">
            <a:extLst>
              <a:ext uri="{FF2B5EF4-FFF2-40B4-BE49-F238E27FC236}">
                <a16:creationId xmlns:a16="http://schemas.microsoft.com/office/drawing/2014/main" id="{6DDBBC37-335B-4A35-A8E0-73241EC027CF}"/>
              </a:ext>
            </a:extLst>
          </p:cNvPr>
          <p:cNvSpPr>
            <a:spLocks noGrp="1"/>
          </p:cNvSpPr>
          <p:nvPr/>
        </p:nvSpPr>
        <p:spPr>
          <a:xfrm>
            <a:off x="7962900" y="38100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kill-bar-5">
            <a:extLst>
              <a:ext uri="{FF2B5EF4-FFF2-40B4-BE49-F238E27FC236}">
                <a16:creationId xmlns:a16="http://schemas.microsoft.com/office/drawing/2014/main" id="{EAF6F283-0912-44A7-A0AB-8A5D8784FEDC}"/>
              </a:ext>
            </a:extLst>
          </p:cNvPr>
          <p:cNvSpPr>
            <a:spLocks noGrp="1"/>
          </p:cNvSpPr>
          <p:nvPr/>
        </p:nvSpPr>
        <p:spPr>
          <a:xfrm>
            <a:off x="7962900" y="3810000"/>
            <a:ext cx="3333750" cy="1333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kill-h-5">
            <a:extLst>
              <a:ext uri="{FF2B5EF4-FFF2-40B4-BE49-F238E27FC236}">
                <a16:creationId xmlns:a16="http://schemas.microsoft.com/office/drawing/2014/main" id="{97EE913E-07FF-45AD-9117-F62218436EEC}"/>
              </a:ext>
            </a:extLst>
          </p:cNvPr>
          <p:cNvSpPr>
            <a:spLocks noGrp="1"/>
          </p:cNvSpPr>
          <p:nvPr/>
        </p:nvSpPr>
        <p:spPr>
          <a:xfrm>
            <a:off x="8191500" y="4143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23B8F"/>
                </a:solidFill>
              </a:defRPr>
            </a:pPr>
            <a:r>
              <a:rPr sz="1650" b="1">
                <a:solidFill>
                  <a:srgbClr val="123B8F"/>
                </a:solidFill>
              </a:rPr>
              <a:t>SAQUE</a:t>
            </a:r>
          </a:p>
        </p:txBody>
      </p:sp>
      <p:sp>
        <p:nvSpPr>
          <p:cNvPr id="28" name="skill-b-5">
            <a:extLst>
              <a:ext uri="{FF2B5EF4-FFF2-40B4-BE49-F238E27FC236}">
                <a16:creationId xmlns:a16="http://schemas.microsoft.com/office/drawing/2014/main" id="{07EAE2C0-BE0E-44F7-B7BB-40DBD813670A}"/>
              </a:ext>
            </a:extLst>
          </p:cNvPr>
          <p:cNvSpPr>
            <a:spLocks noGrp="1"/>
          </p:cNvSpPr>
          <p:nvPr/>
        </p:nvSpPr>
        <p:spPr>
          <a:xfrm>
            <a:off x="8191500" y="46101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Balance · contacto lineal · consistencia · servicio cruzado</a:t>
            </a:r>
          </a:p>
        </p:txBody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31DDB140-8AA2-4197-8A3F-C80A2D1A1C5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30" name="page">
            <a:extLst>
              <a:ext uri="{FF2B5EF4-FFF2-40B4-BE49-F238E27FC236}">
                <a16:creationId xmlns:a16="http://schemas.microsoft.com/office/drawing/2014/main" id="{56C1613E-4115-4063-9371-83EE3603667C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614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op-accent">
            <a:extLst>
              <a:ext uri="{FF2B5EF4-FFF2-40B4-BE49-F238E27FC236}">
                <a16:creationId xmlns:a16="http://schemas.microsoft.com/office/drawing/2014/main" id="{600FCB7B-F0AB-4666-8F13-9824945192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856155F-4C1A-494E-9DB8-86E5DB6D6D2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B5A9B77-1CCF-4B01-A892-821624B6D4E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Día de juego: preparados desde antes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6FAB39E5-2AC3-4AA0-94C5-73B390FD1ED1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me">
            <a:extLst>
              <a:ext uri="{FF2B5EF4-FFF2-40B4-BE49-F238E27FC236}">
                <a16:creationId xmlns:a16="http://schemas.microsoft.com/office/drawing/2014/main" id="{14A84BD2-FC10-4E8A-B510-CB21E6D7A06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1">
                <a:solidFill>
                  <a:srgbClr val="123B8F"/>
                </a:solidFill>
              </a:defRPr>
            </a:pPr>
            <a:r>
              <a:rPr sz="6900" b="1">
                <a:solidFill>
                  <a:srgbClr val="123B8F"/>
                </a:solidFill>
              </a:rPr>
              <a:t>60</a:t>
            </a:r>
          </a:p>
        </p:txBody>
      </p:sp>
      <p:sp>
        <p:nvSpPr>
          <p:cNvPr id="6" name="time-label">
            <a:extLst>
              <a:ext uri="{FF2B5EF4-FFF2-40B4-BE49-F238E27FC236}">
                <a16:creationId xmlns:a16="http://schemas.microsoft.com/office/drawing/2014/main" id="{573C16BD-67A7-4302-99DD-57F435E3ED3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B6B82"/>
                </a:solidFill>
              </a:defRPr>
            </a:pPr>
            <a:r>
              <a:rPr sz="1350" b="1">
                <a:solidFill>
                  <a:srgbClr val="5B6B82"/>
                </a:solidFill>
              </a:rPr>
              <a:t>MINUTOS ANTES</a:t>
            </a:r>
          </a:p>
        </p:txBody>
      </p:sp>
      <p:sp>
        <p:nvSpPr>
          <p:cNvPr id="7" name="vline">
            <a:extLst>
              <a:ext uri="{FF2B5EF4-FFF2-40B4-BE49-F238E27FC236}">
                <a16:creationId xmlns:a16="http://schemas.microsoft.com/office/drawing/2014/main" id="{7AFB85FB-51C2-40FC-90FB-81B238109EAD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47625" cy="33337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0">
            <a:extLst>
              <a:ext uri="{FF2B5EF4-FFF2-40B4-BE49-F238E27FC236}">
                <a16:creationId xmlns:a16="http://schemas.microsoft.com/office/drawing/2014/main" id="{BBB651A4-17A5-45AF-9A16-A89C54D37371}"/>
              </a:ext>
            </a:extLst>
          </p:cNvPr>
          <p:cNvSpPr>
            <a:spLocks noGrp="1"/>
          </p:cNvSpPr>
          <p:nvPr/>
        </p:nvSpPr>
        <p:spPr>
          <a:xfrm>
            <a:off x="3571875" y="2066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ullet-text-0">
            <a:extLst>
              <a:ext uri="{FF2B5EF4-FFF2-40B4-BE49-F238E27FC236}">
                <a16:creationId xmlns:a16="http://schemas.microsoft.com/office/drawing/2014/main" id="{135169CC-2BE7-442C-8C7E-EB843693FD82}"/>
              </a:ext>
            </a:extLst>
          </p:cNvPr>
          <p:cNvSpPr>
            <a:spLocks noGrp="1"/>
          </p:cNvSpPr>
          <p:nvPr/>
        </p:nvSpPr>
        <p:spPr>
          <a:xfrm>
            <a:off x="3838575" y="1952625"/>
            <a:ext cx="725805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2213A"/>
                </a:solidFill>
              </a:defRPr>
            </a:pPr>
            <a:r>
              <a:rPr sz="1800" b="1">
                <a:solidFill>
                  <a:srgbClr val="12213A"/>
                </a:solidFill>
              </a:rPr>
              <a:t>La hora exacta de citación la determina el dirigente.</a:t>
            </a:r>
          </a:p>
        </p:txBody>
      </p:sp>
      <p:sp>
        <p:nvSpPr>
          <p:cNvPr id="10" name="bullet-1">
            <a:extLst>
              <a:ext uri="{FF2B5EF4-FFF2-40B4-BE49-F238E27FC236}">
                <a16:creationId xmlns:a16="http://schemas.microsoft.com/office/drawing/2014/main" id="{85174A38-0266-4F21-9779-28DC998DA9D6}"/>
              </a:ext>
            </a:extLst>
          </p:cNvPr>
          <p:cNvSpPr>
            <a:spLocks noGrp="1"/>
          </p:cNvSpPr>
          <p:nvPr/>
        </p:nvSpPr>
        <p:spPr>
          <a:xfrm>
            <a:off x="3571875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ullet-text-1">
            <a:extLst>
              <a:ext uri="{FF2B5EF4-FFF2-40B4-BE49-F238E27FC236}">
                <a16:creationId xmlns:a16="http://schemas.microsoft.com/office/drawing/2014/main" id="{FB83772E-1C71-4623-BD4F-71F57793D3D5}"/>
              </a:ext>
            </a:extLst>
          </p:cNvPr>
          <p:cNvSpPr>
            <a:spLocks noGrp="1"/>
          </p:cNvSpPr>
          <p:nvPr/>
        </p:nvSpPr>
        <p:spPr>
          <a:xfrm>
            <a:off x="3838575" y="2952750"/>
            <a:ext cx="725805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12213A"/>
                </a:solidFill>
              </a:defRPr>
            </a:pPr>
            <a:r>
              <a:rPr sz="1800" b="0">
                <a:solidFill>
                  <a:srgbClr val="12213A"/>
                </a:solidFill>
              </a:rPr>
              <a:t>Llegar tarde puede implicar la pérdida de un set, salvo una emergencia evaluada por el dirigente.</a:t>
            </a:r>
          </a:p>
        </p:txBody>
      </p:sp>
      <p:sp>
        <p:nvSpPr>
          <p:cNvPr id="12" name="bullet-2">
            <a:extLst>
              <a:ext uri="{FF2B5EF4-FFF2-40B4-BE49-F238E27FC236}">
                <a16:creationId xmlns:a16="http://schemas.microsoft.com/office/drawing/2014/main" id="{40E95E61-FB37-4323-9AAA-7C7ADCCB53B8}"/>
              </a:ext>
            </a:extLst>
          </p:cNvPr>
          <p:cNvSpPr>
            <a:spLocks noGrp="1"/>
          </p:cNvSpPr>
          <p:nvPr/>
        </p:nvSpPr>
        <p:spPr>
          <a:xfrm>
            <a:off x="3571875" y="4067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ullet-text-2">
            <a:extLst>
              <a:ext uri="{FF2B5EF4-FFF2-40B4-BE49-F238E27FC236}">
                <a16:creationId xmlns:a16="http://schemas.microsoft.com/office/drawing/2014/main" id="{33670E95-E6DB-49C1-B47F-48A985A54930}"/>
              </a:ext>
            </a:extLst>
          </p:cNvPr>
          <p:cNvSpPr>
            <a:spLocks noGrp="1"/>
          </p:cNvSpPr>
          <p:nvPr/>
        </p:nvSpPr>
        <p:spPr>
          <a:xfrm>
            <a:off x="3838575" y="3952875"/>
            <a:ext cx="725805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12213A"/>
                </a:solidFill>
              </a:defRPr>
            </a:pPr>
            <a:r>
              <a:rPr sz="1800" b="0">
                <a:solidFill>
                  <a:srgbClr val="12213A"/>
                </a:solidFill>
              </a:rPr>
              <a:t>Cada jugadora debe llevar ambos uniformes en todo momento.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AE736D49-1643-4CC7-9B59-0E68930ADB1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15" name="page">
            <a:extLst>
              <a:ext uri="{FF2B5EF4-FFF2-40B4-BE49-F238E27FC236}">
                <a16:creationId xmlns:a16="http://schemas.microsoft.com/office/drawing/2014/main" id="{99964461-0B90-40D6-BEAE-5BC4FA922EC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4366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B930287A-74DA-4D95-BABF-418B24E83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1D3A4770-FEB4-4FC4-A5F6-B55029A7EC6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DA466CE-05D2-46F4-9C74-44044E4D376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En las prácticas, la presencia cuenta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CF6EAD9-F9EA-4112-B4F5-F4376F869E5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ullet-0">
            <a:extLst>
              <a:ext uri="{FF2B5EF4-FFF2-40B4-BE49-F238E27FC236}">
                <a16:creationId xmlns:a16="http://schemas.microsoft.com/office/drawing/2014/main" id="{45197400-FE96-4507-B863-F5872CA4DD85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ullet-text-0">
            <a:extLst>
              <a:ext uri="{FF2B5EF4-FFF2-40B4-BE49-F238E27FC236}">
                <a16:creationId xmlns:a16="http://schemas.microsoft.com/office/drawing/2014/main" id="{70D0C93E-5DBB-4F99-9237-708D6003ADF3}"/>
              </a:ext>
            </a:extLst>
          </p:cNvPr>
          <p:cNvSpPr>
            <a:spLocks noGrp="1"/>
          </p:cNvSpPr>
          <p:nvPr/>
        </p:nvSpPr>
        <p:spPr>
          <a:xfrm>
            <a:off x="933450" y="1666875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2213A"/>
                </a:solidFill>
              </a:defRPr>
            </a:pPr>
            <a:r>
              <a:rPr sz="1425" b="1">
                <a:solidFill>
                  <a:srgbClr val="12213A"/>
                </a:solidFill>
              </a:rPr>
              <a:t>Se llevará asistencia en cada práctica.</a:t>
            </a:r>
          </a:p>
        </p:txBody>
      </p:sp>
      <p:sp>
        <p:nvSpPr>
          <p:cNvPr id="7" name="bullet-1">
            <a:extLst>
              <a:ext uri="{FF2B5EF4-FFF2-40B4-BE49-F238E27FC236}">
                <a16:creationId xmlns:a16="http://schemas.microsoft.com/office/drawing/2014/main" id="{2B2A60B7-D4AC-4E20-BE0C-96A5CB387E67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text-1">
            <a:extLst>
              <a:ext uri="{FF2B5EF4-FFF2-40B4-BE49-F238E27FC236}">
                <a16:creationId xmlns:a16="http://schemas.microsoft.com/office/drawing/2014/main" id="{84142C8B-CE2F-4913-B9EB-AF524711C47F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2213A"/>
                </a:solidFill>
              </a:defRPr>
            </a:pPr>
            <a:r>
              <a:rPr sz="1425" b="0">
                <a:solidFill>
                  <a:srgbClr val="12213A"/>
                </a:solidFill>
              </a:rPr>
              <a:t>Toda ausencia debe comunicarse a la coordinadora y al entrenador.</a:t>
            </a:r>
          </a:p>
        </p:txBody>
      </p:sp>
      <p:sp>
        <p:nvSpPr>
          <p:cNvPr id="9" name="bullet-2">
            <a:extLst>
              <a:ext uri="{FF2B5EF4-FFF2-40B4-BE49-F238E27FC236}">
                <a16:creationId xmlns:a16="http://schemas.microsoft.com/office/drawing/2014/main" id="{EB2641BA-A94C-4792-8186-CC4FC8CED030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text-2">
            <a:extLst>
              <a:ext uri="{FF2B5EF4-FFF2-40B4-BE49-F238E27FC236}">
                <a16:creationId xmlns:a16="http://schemas.microsoft.com/office/drawing/2014/main" id="{EEC6EE49-2347-4FC1-B36B-D543A586DEC5}"/>
              </a:ext>
            </a:extLst>
          </p:cNvPr>
          <p:cNvSpPr>
            <a:spLocks noGrp="1"/>
          </p:cNvSpPr>
          <p:nvPr/>
        </p:nvSpPr>
        <p:spPr>
          <a:xfrm>
            <a:off x="933450" y="2905125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2213A"/>
                </a:solidFill>
              </a:defRPr>
            </a:pPr>
            <a:r>
              <a:rPr sz="1425" b="0">
                <a:solidFill>
                  <a:srgbClr val="12213A"/>
                </a:solidFill>
              </a:rPr>
              <a:t>Ausencias prolongadas por lesión o enfermedad requerirán certificado médico.</a:t>
            </a:r>
          </a:p>
        </p:txBody>
      </p:sp>
      <p:sp>
        <p:nvSpPr>
          <p:cNvPr id="11" name="bullet-3">
            <a:extLst>
              <a:ext uri="{FF2B5EF4-FFF2-40B4-BE49-F238E27FC236}">
                <a16:creationId xmlns:a16="http://schemas.microsoft.com/office/drawing/2014/main" id="{5182C391-7362-4747-869E-FB7049B8B988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-3">
            <a:extLst>
              <a:ext uri="{FF2B5EF4-FFF2-40B4-BE49-F238E27FC236}">
                <a16:creationId xmlns:a16="http://schemas.microsoft.com/office/drawing/2014/main" id="{D3CFF4E4-7DD1-4CE2-BE24-DED34F906CF8}"/>
              </a:ext>
            </a:extLst>
          </p:cNvPr>
          <p:cNvSpPr>
            <a:spLocks noGrp="1"/>
          </p:cNvSpPr>
          <p:nvPr/>
        </p:nvSpPr>
        <p:spPr>
          <a:xfrm>
            <a:off x="933450" y="3524250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2213A"/>
                </a:solidFill>
              </a:defRPr>
            </a:pPr>
            <a:r>
              <a:rPr sz="1425" b="0">
                <a:solidFill>
                  <a:srgbClr val="12213A"/>
                </a:solidFill>
              </a:rPr>
              <a:t>Si es seguro, la jugadora podrá observar y escuchar aunque no entrene.</a:t>
            </a:r>
          </a:p>
        </p:txBody>
      </p:sp>
      <p:sp>
        <p:nvSpPr>
          <p:cNvPr id="15" name="bullet-5">
            <a:extLst>
              <a:ext uri="{FF2B5EF4-FFF2-40B4-BE49-F238E27FC236}">
                <a16:creationId xmlns:a16="http://schemas.microsoft.com/office/drawing/2014/main" id="{DE747194-3FD0-4922-A7A2-BF6453BB14C9}"/>
              </a:ext>
            </a:extLst>
          </p:cNvPr>
          <p:cNvSpPr>
            <a:spLocks noGrp="1"/>
          </p:cNvSpPr>
          <p:nvPr/>
        </p:nvSpPr>
        <p:spPr>
          <a:xfrm>
            <a:off x="666750" y="4367213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llet-text-5">
            <a:extLst>
              <a:ext uri="{FF2B5EF4-FFF2-40B4-BE49-F238E27FC236}">
                <a16:creationId xmlns:a16="http://schemas.microsoft.com/office/drawing/2014/main" id="{B7FCD269-9C45-4DE7-B9F1-6FF8D132BD57}"/>
              </a:ext>
            </a:extLst>
          </p:cNvPr>
          <p:cNvSpPr>
            <a:spLocks noGrp="1"/>
          </p:cNvSpPr>
          <p:nvPr/>
        </p:nvSpPr>
        <p:spPr>
          <a:xfrm>
            <a:off x="933450" y="4414838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2213A"/>
                </a:solidFill>
              </a:defRPr>
            </a:pPr>
            <a:r>
              <a:rPr sz="1425" b="0" dirty="0">
                <a:solidFill>
                  <a:srgbClr val="12213A"/>
                </a:solidFill>
              </a:rPr>
              <a:t>Luego de 10 </a:t>
            </a:r>
            <a:r>
              <a:rPr sz="1425" b="0" dirty="0" err="1">
                <a:solidFill>
                  <a:srgbClr val="12213A"/>
                </a:solidFill>
              </a:rPr>
              <a:t>ausencias</a:t>
            </a:r>
            <a:r>
              <a:rPr sz="1425" b="0" dirty="0">
                <a:solidFill>
                  <a:srgbClr val="12213A"/>
                </a:solidFill>
              </a:rPr>
              <a:t> </a:t>
            </a:r>
            <a:r>
              <a:rPr sz="1425" b="0" dirty="0" err="1">
                <a:solidFill>
                  <a:srgbClr val="12213A"/>
                </a:solidFill>
              </a:rPr>
              <a:t>injustificadas</a:t>
            </a:r>
            <a:r>
              <a:rPr sz="1425" b="0" dirty="0">
                <a:solidFill>
                  <a:srgbClr val="12213A"/>
                </a:solidFill>
              </a:rPr>
              <a:t> se </a:t>
            </a:r>
            <a:r>
              <a:rPr sz="1425" b="0" dirty="0" err="1">
                <a:solidFill>
                  <a:srgbClr val="12213A"/>
                </a:solidFill>
              </a:rPr>
              <a:t>aplicará</a:t>
            </a:r>
            <a:r>
              <a:rPr sz="1425" b="0" dirty="0">
                <a:solidFill>
                  <a:srgbClr val="12213A"/>
                </a:solidFill>
              </a:rPr>
              <a:t> el </a:t>
            </a:r>
            <a:r>
              <a:rPr sz="1425" b="0" dirty="0" err="1">
                <a:solidFill>
                  <a:srgbClr val="12213A"/>
                </a:solidFill>
              </a:rPr>
              <a:t>reglamento</a:t>
            </a:r>
            <a:r>
              <a:rPr sz="1425" b="0" dirty="0">
                <a:solidFill>
                  <a:srgbClr val="12213A"/>
                </a:solidFill>
              </a:rPr>
              <a:t> </a:t>
            </a:r>
            <a:r>
              <a:rPr sz="1425" b="0" dirty="0" err="1">
                <a:solidFill>
                  <a:srgbClr val="12213A"/>
                </a:solidFill>
              </a:rPr>
              <a:t>interno</a:t>
            </a:r>
            <a:r>
              <a:rPr sz="1425" b="0" dirty="0">
                <a:solidFill>
                  <a:srgbClr val="12213A"/>
                </a:solidFill>
              </a:rPr>
              <a:t>.</a:t>
            </a:r>
          </a:p>
        </p:txBody>
      </p:sp>
      <p:sp>
        <p:nvSpPr>
          <p:cNvPr id="17" name="bullet-6">
            <a:extLst>
              <a:ext uri="{FF2B5EF4-FFF2-40B4-BE49-F238E27FC236}">
                <a16:creationId xmlns:a16="http://schemas.microsoft.com/office/drawing/2014/main" id="{4E794203-49F3-4A40-89CD-563034A9A1C6}"/>
              </a:ext>
            </a:extLst>
          </p:cNvPr>
          <p:cNvSpPr>
            <a:spLocks noGrp="1"/>
          </p:cNvSpPr>
          <p:nvPr/>
        </p:nvSpPr>
        <p:spPr>
          <a:xfrm>
            <a:off x="709222" y="5167312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llet-text-6">
            <a:extLst>
              <a:ext uri="{FF2B5EF4-FFF2-40B4-BE49-F238E27FC236}">
                <a16:creationId xmlns:a16="http://schemas.microsoft.com/office/drawing/2014/main" id="{77490189-94A6-48BA-8C95-01AFD3D9665A}"/>
              </a:ext>
            </a:extLst>
          </p:cNvPr>
          <p:cNvSpPr>
            <a:spLocks noGrp="1"/>
          </p:cNvSpPr>
          <p:nvPr/>
        </p:nvSpPr>
        <p:spPr>
          <a:xfrm>
            <a:off x="933450" y="5210175"/>
            <a:ext cx="1049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2213A"/>
                </a:solidFill>
              </a:defRPr>
            </a:pPr>
            <a:r>
              <a:rPr sz="1425" b="0" dirty="0">
                <a:solidFill>
                  <a:srgbClr val="12213A"/>
                </a:solidFill>
              </a:rPr>
              <a:t>Se </a:t>
            </a:r>
            <a:r>
              <a:rPr sz="1425" b="0" dirty="0" err="1">
                <a:solidFill>
                  <a:srgbClr val="12213A"/>
                </a:solidFill>
              </a:rPr>
              <a:t>requiere</a:t>
            </a:r>
            <a:r>
              <a:rPr sz="1425" b="0" dirty="0">
                <a:solidFill>
                  <a:srgbClr val="12213A"/>
                </a:solidFill>
              </a:rPr>
              <a:t> un </a:t>
            </a:r>
            <a:r>
              <a:rPr sz="1425" b="0" dirty="0" err="1">
                <a:solidFill>
                  <a:srgbClr val="12213A"/>
                </a:solidFill>
              </a:rPr>
              <a:t>adulto</a:t>
            </a:r>
            <a:r>
              <a:rPr sz="1425" b="0" dirty="0">
                <a:solidFill>
                  <a:srgbClr val="12213A"/>
                </a:solidFill>
              </a:rPr>
              <a:t> </a:t>
            </a:r>
            <a:r>
              <a:rPr sz="1425" b="0" dirty="0" err="1">
                <a:solidFill>
                  <a:srgbClr val="12213A"/>
                </a:solidFill>
              </a:rPr>
              <a:t>presente</a:t>
            </a:r>
            <a:r>
              <a:rPr sz="1425" b="0" dirty="0">
                <a:solidFill>
                  <a:srgbClr val="12213A"/>
                </a:solidFill>
              </a:rPr>
              <a:t> y la camisa de </a:t>
            </a:r>
            <a:r>
              <a:rPr sz="1425" b="0" dirty="0" err="1">
                <a:solidFill>
                  <a:srgbClr val="12213A"/>
                </a:solidFill>
              </a:rPr>
              <a:t>práctica</a:t>
            </a:r>
            <a:r>
              <a:rPr sz="1425" b="0" dirty="0">
                <a:solidFill>
                  <a:srgbClr val="12213A"/>
                </a:solidFill>
              </a:rPr>
              <a:t> </a:t>
            </a:r>
            <a:r>
              <a:rPr sz="1425" b="0" dirty="0" err="1">
                <a:solidFill>
                  <a:srgbClr val="12213A"/>
                </a:solidFill>
              </a:rPr>
              <a:t>asignada</a:t>
            </a:r>
            <a:r>
              <a:rPr sz="1425" b="0" dirty="0">
                <a:solidFill>
                  <a:srgbClr val="12213A"/>
                </a:solidFill>
              </a:rPr>
              <a:t>.</a:t>
            </a:r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A3BB3736-A785-4770-99A2-24EB81748DA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20" name="page">
            <a:extLst>
              <a:ext uri="{FF2B5EF4-FFF2-40B4-BE49-F238E27FC236}">
                <a16:creationId xmlns:a16="http://schemas.microsoft.com/office/drawing/2014/main" id="{72C314D4-1407-4FA9-8CCF-C500352A3C4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1245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accent">
            <a:extLst>
              <a:ext uri="{FF2B5EF4-FFF2-40B4-BE49-F238E27FC236}">
                <a16:creationId xmlns:a16="http://schemas.microsoft.com/office/drawing/2014/main" id="{69D1B7CC-3DAD-4004-A16B-F33EF9F00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129CBC8-E09C-4FF8-9C9C-9F819B5DEB9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97F2F46-2E18-4266-B9B0-95DC275C29C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Acuerdos para cuidar al equipo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0D681E5B-0AEB-409E-B104-11DEFEF6BA23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am">
            <a:extLst>
              <a:ext uri="{FF2B5EF4-FFF2-40B4-BE49-F238E27FC236}">
                <a16:creationId xmlns:a16="http://schemas.microsoft.com/office/drawing/2014/main" id="{46E4B3E0-4CBE-4CE9-8FEA-B6BB145E0ED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238750" cy="3857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am-h">
            <a:extLst>
              <a:ext uri="{FF2B5EF4-FFF2-40B4-BE49-F238E27FC236}">
                <a16:creationId xmlns:a16="http://schemas.microsoft.com/office/drawing/2014/main" id="{B50A00FF-D73D-4B73-8587-909351369150}"/>
              </a:ext>
            </a:extLst>
          </p:cNvPr>
          <p:cNvSpPr>
            <a:spLocks noGrp="1"/>
          </p:cNvSpPr>
          <p:nvPr/>
        </p:nvSpPr>
        <p:spPr>
          <a:xfrm>
            <a:off x="895350" y="21431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23B8F"/>
                </a:solidFill>
              </a:defRPr>
            </a:pPr>
            <a:r>
              <a:rPr sz="1800" b="1">
                <a:solidFill>
                  <a:srgbClr val="123B8F"/>
                </a:solidFill>
              </a:rPr>
              <a:t>JUGADORAS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D9AAFD5-586E-4962-9A04-A22A905D0852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B88BF8C2-962A-45FC-9FF4-1364AD49DA89}"/>
              </a:ext>
            </a:extLst>
          </p:cNvPr>
          <p:cNvSpPr>
            <a:spLocks noGrp="1"/>
          </p:cNvSpPr>
          <p:nvPr/>
        </p:nvSpPr>
        <p:spPr>
          <a:xfrm>
            <a:off x="1162050" y="2762250"/>
            <a:ext cx="42100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2213A"/>
                </a:solidFill>
              </a:defRPr>
            </a:pPr>
            <a:r>
              <a:rPr sz="1500" b="1" dirty="0">
                <a:solidFill>
                  <a:srgbClr val="12213A"/>
                </a:solidFill>
              </a:rPr>
              <a:t>Cada </a:t>
            </a:r>
            <a:r>
              <a:rPr sz="1500" b="1" dirty="0" err="1">
                <a:solidFill>
                  <a:srgbClr val="12213A"/>
                </a:solidFill>
              </a:rPr>
              <a:t>jugadora</a:t>
            </a:r>
            <a:r>
              <a:rPr sz="1500" b="1" dirty="0">
                <a:solidFill>
                  <a:srgbClr val="12213A"/>
                </a:solidFill>
              </a:rPr>
              <a:t> </a:t>
            </a:r>
            <a:r>
              <a:rPr sz="1500" b="1" dirty="0" err="1">
                <a:solidFill>
                  <a:srgbClr val="12213A"/>
                </a:solidFill>
              </a:rPr>
              <a:t>tendrá</a:t>
            </a:r>
            <a:r>
              <a:rPr sz="1500" b="1" dirty="0">
                <a:solidFill>
                  <a:srgbClr val="12213A"/>
                </a:solidFill>
              </a:rPr>
              <a:t> un </a:t>
            </a:r>
            <a:r>
              <a:rPr sz="1500" b="1" dirty="0" err="1">
                <a:solidFill>
                  <a:srgbClr val="12213A"/>
                </a:solidFill>
              </a:rPr>
              <a:t>rol</a:t>
            </a:r>
            <a:r>
              <a:rPr sz="1500" b="1" dirty="0">
                <a:solidFill>
                  <a:srgbClr val="12213A"/>
                </a:solidFill>
              </a:rPr>
              <a:t> </a:t>
            </a:r>
            <a:r>
              <a:rPr sz="1500" b="1" dirty="0" err="1">
                <a:solidFill>
                  <a:srgbClr val="12213A"/>
                </a:solidFill>
              </a:rPr>
              <a:t>asignado</a:t>
            </a:r>
            <a:r>
              <a:rPr sz="1500" b="1" dirty="0">
                <a:solidFill>
                  <a:srgbClr val="12213A"/>
                </a:solidFill>
              </a:rPr>
              <a:t>.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5C85950C-0864-4339-A507-0689CDE16081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8E5FD610-ABE0-4726-8BC3-14DF7505B13F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42100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El tiempo de juego depende del trabajo en práctica y de las reglas del torneo.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EDF8890D-59BA-4E7B-BC09-F3227FF97852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F594DB30-AFDB-4D89-A171-15C961E1B778}"/>
              </a:ext>
            </a:extLst>
          </p:cNvPr>
          <p:cNvSpPr>
            <a:spLocks noGrp="1"/>
          </p:cNvSpPr>
          <p:nvPr/>
        </p:nvSpPr>
        <p:spPr>
          <a:xfrm>
            <a:off x="1162050" y="4476750"/>
            <a:ext cx="42100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2213A"/>
                </a:solidFill>
              </a:defRPr>
            </a:pPr>
            <a:r>
              <a:rPr sz="1500" b="0">
                <a:solidFill>
                  <a:srgbClr val="12213A"/>
                </a:solidFill>
              </a:rPr>
              <a:t>Las actitudes que afecten la química del equipo se atenderán con los recursos y medidas correspondientes.</a:t>
            </a:r>
          </a:p>
        </p:txBody>
      </p:sp>
      <p:sp>
        <p:nvSpPr>
          <p:cNvPr id="13" name="families">
            <a:extLst>
              <a:ext uri="{FF2B5EF4-FFF2-40B4-BE49-F238E27FC236}">
                <a16:creationId xmlns:a16="http://schemas.microsoft.com/office/drawing/2014/main" id="{144DF6C0-3054-4E1B-B768-2896D5EC31DD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5410200" cy="3857625"/>
          </a:xfrm>
          <a:prstGeom prst="roundRect">
            <a:avLst>
              <a:gd name="adj" fmla="val 2963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am-h">
            <a:extLst>
              <a:ext uri="{FF2B5EF4-FFF2-40B4-BE49-F238E27FC236}">
                <a16:creationId xmlns:a16="http://schemas.microsoft.com/office/drawing/2014/main" id="{8561D2CD-FA59-40A9-8A06-C97F55BADBC1}"/>
              </a:ext>
            </a:extLst>
          </p:cNvPr>
          <p:cNvSpPr>
            <a:spLocks noGrp="1"/>
          </p:cNvSpPr>
          <p:nvPr/>
        </p:nvSpPr>
        <p:spPr>
          <a:xfrm>
            <a:off x="6457950" y="2143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C928"/>
                </a:solidFill>
              </a:defRPr>
            </a:pPr>
            <a:r>
              <a:rPr sz="1800" b="1">
                <a:solidFill>
                  <a:srgbClr val="FFC928"/>
                </a:solidFill>
              </a:rPr>
              <a:t>FAMILIAS</a:t>
            </a:r>
          </a:p>
        </p:txBody>
      </p:sp>
      <p:sp>
        <p:nvSpPr>
          <p:cNvPr id="15" name="bullet-0">
            <a:extLst>
              <a:ext uri="{FF2B5EF4-FFF2-40B4-BE49-F238E27FC236}">
                <a16:creationId xmlns:a16="http://schemas.microsoft.com/office/drawing/2014/main" id="{F661E2C7-0A03-4E69-8452-5A341786A42E}"/>
              </a:ext>
            </a:extLst>
          </p:cNvPr>
          <p:cNvSpPr>
            <a:spLocks noGrp="1"/>
          </p:cNvSpPr>
          <p:nvPr/>
        </p:nvSpPr>
        <p:spPr>
          <a:xfrm>
            <a:off x="6457950" y="2876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llet-text-0">
            <a:extLst>
              <a:ext uri="{FF2B5EF4-FFF2-40B4-BE49-F238E27FC236}">
                <a16:creationId xmlns:a16="http://schemas.microsoft.com/office/drawing/2014/main" id="{D894E910-DE0E-4F1F-8837-4602B926394C}"/>
              </a:ext>
            </a:extLst>
          </p:cNvPr>
          <p:cNvSpPr>
            <a:spLocks noGrp="1"/>
          </p:cNvSpPr>
          <p:nvPr/>
        </p:nvSpPr>
        <p:spPr>
          <a:xfrm>
            <a:off x="6724650" y="276225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Respeto absoluto a árbitros, mesa, rivales, entrenadores y compañeras.</a:t>
            </a:r>
          </a:p>
        </p:txBody>
      </p:sp>
      <p:sp>
        <p:nvSpPr>
          <p:cNvPr id="17" name="bullet-1">
            <a:extLst>
              <a:ext uri="{FF2B5EF4-FFF2-40B4-BE49-F238E27FC236}">
                <a16:creationId xmlns:a16="http://schemas.microsoft.com/office/drawing/2014/main" id="{8FAF942E-2B98-44AD-AF2F-6B730AF41C92}"/>
              </a:ext>
            </a:extLst>
          </p:cNvPr>
          <p:cNvSpPr>
            <a:spLocks noGrp="1"/>
          </p:cNvSpPr>
          <p:nvPr/>
        </p:nvSpPr>
        <p:spPr>
          <a:xfrm>
            <a:off x="6457950" y="3733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llet-text-1">
            <a:extLst>
              <a:ext uri="{FF2B5EF4-FFF2-40B4-BE49-F238E27FC236}">
                <a16:creationId xmlns:a16="http://schemas.microsoft.com/office/drawing/2014/main" id="{E21E3D44-814D-4BC4-B43E-36EC64E76640}"/>
              </a:ext>
            </a:extLst>
          </p:cNvPr>
          <p:cNvSpPr>
            <a:spLocks noGrp="1"/>
          </p:cNvSpPr>
          <p:nvPr/>
        </p:nvSpPr>
        <p:spPr>
          <a:xfrm>
            <a:off x="6724650" y="36195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Las instrucciones durante el juego corresponden al dirigente.</a:t>
            </a:r>
          </a:p>
        </p:txBody>
      </p:sp>
      <p:sp>
        <p:nvSpPr>
          <p:cNvPr id="19" name="bullet-2">
            <a:extLst>
              <a:ext uri="{FF2B5EF4-FFF2-40B4-BE49-F238E27FC236}">
                <a16:creationId xmlns:a16="http://schemas.microsoft.com/office/drawing/2014/main" id="{AB884025-33DE-4239-820C-436FFA705AED}"/>
              </a:ext>
            </a:extLst>
          </p:cNvPr>
          <p:cNvSpPr>
            <a:spLocks noGrp="1"/>
          </p:cNvSpPr>
          <p:nvPr/>
        </p:nvSpPr>
        <p:spPr>
          <a:xfrm>
            <a:off x="6457950" y="4591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ullet-text-2">
            <a:extLst>
              <a:ext uri="{FF2B5EF4-FFF2-40B4-BE49-F238E27FC236}">
                <a16:creationId xmlns:a16="http://schemas.microsoft.com/office/drawing/2014/main" id="{4B3F6E0A-BAD7-4354-80F7-A6156245F12B}"/>
              </a:ext>
            </a:extLst>
          </p:cNvPr>
          <p:cNvSpPr>
            <a:spLocks noGrp="1"/>
          </p:cNvSpPr>
          <p:nvPr/>
        </p:nvSpPr>
        <p:spPr>
          <a:xfrm>
            <a:off x="6724650" y="447675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Las inquietudes se solicitan por escrito a la coordinación y se conversan luego de 48 horas.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462EC38F-1A13-4509-87EE-54189DC734A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816ADFC7-206B-4874-A2DC-AE95521C902D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20951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op-accent">
            <a:extLst>
              <a:ext uri="{FF2B5EF4-FFF2-40B4-BE49-F238E27FC236}">
                <a16:creationId xmlns:a16="http://schemas.microsoft.com/office/drawing/2014/main" id="{72232286-EA51-46B0-9E86-8F742F4106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C7217AAA-02AD-422B-A56E-EC1940FFA26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23B8F"/>
                </a:solidFill>
              </a:defRPr>
            </a:pPr>
            <a:r>
              <a:rPr sz="1050" b="1">
                <a:solidFill>
                  <a:srgbClr val="123B8F"/>
                </a:solidFill>
              </a:rPr>
              <a:t>PLAN DE TRABAJO · TEMPORADA 2026–2027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ABBE1E1-AC55-4B22-8AF6-0EEFEB7A09D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71D49"/>
                </a:solidFill>
              </a:defRPr>
            </a:pPr>
            <a:r>
              <a:rPr sz="2850" b="1">
                <a:solidFill>
                  <a:srgbClr val="071D49"/>
                </a:solidFill>
              </a:rPr>
              <a:t>Calendario competitivo 2026–2027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A6BF5B87-2652-42FD-8FF0-A8CABFC0920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857250" cy="47625"/>
          </a:xfrm>
          <a:prstGeom prst="rect">
            <a:avLst/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vent-dot-0">
            <a:extLst>
              <a:ext uri="{FF2B5EF4-FFF2-40B4-BE49-F238E27FC236}">
                <a16:creationId xmlns:a16="http://schemas.microsoft.com/office/drawing/2014/main" id="{F3C2BF27-9653-4C7F-8FB3-9BEBA6C5423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event-0">
            <a:extLst>
              <a:ext uri="{FF2B5EF4-FFF2-40B4-BE49-F238E27FC236}">
                <a16:creationId xmlns:a16="http://schemas.microsoft.com/office/drawing/2014/main" id="{D6D07287-E472-4193-83D6-02255BB47B10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Ariel y Feño Volleyball Challenge · 3–6 dic</a:t>
            </a:r>
          </a:p>
        </p:txBody>
      </p:sp>
      <p:sp>
        <p:nvSpPr>
          <p:cNvPr id="7" name="event-dot-1">
            <a:extLst>
              <a:ext uri="{FF2B5EF4-FFF2-40B4-BE49-F238E27FC236}">
                <a16:creationId xmlns:a16="http://schemas.microsoft.com/office/drawing/2014/main" id="{D08BDED5-5C43-40BA-AAE2-0C86564DEE0B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vent-1">
            <a:extLst>
              <a:ext uri="{FF2B5EF4-FFF2-40B4-BE49-F238E27FC236}">
                <a16:creationId xmlns:a16="http://schemas.microsoft.com/office/drawing/2014/main" id="{FA8F6B1F-3224-4DBE-AB4C-850A10C7F75C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Media Day Vaqueros · 10–13 dic</a:t>
            </a:r>
          </a:p>
        </p:txBody>
      </p:sp>
      <p:sp>
        <p:nvSpPr>
          <p:cNvPr id="9" name="event-dot-2">
            <a:extLst>
              <a:ext uri="{FF2B5EF4-FFF2-40B4-BE49-F238E27FC236}">
                <a16:creationId xmlns:a16="http://schemas.microsoft.com/office/drawing/2014/main" id="{00D2B5EF-6FF5-403B-A8BF-CBC79B0C6BF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vent-2">
            <a:extLst>
              <a:ext uri="{FF2B5EF4-FFF2-40B4-BE49-F238E27FC236}">
                <a16:creationId xmlns:a16="http://schemas.microsoft.com/office/drawing/2014/main" id="{9B80C26A-13E0-428E-AA45-794A27255331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Voleicon · 17–20 dic</a:t>
            </a:r>
          </a:p>
        </p:txBody>
      </p:sp>
      <p:sp>
        <p:nvSpPr>
          <p:cNvPr id="11" name="event-dot-3">
            <a:extLst>
              <a:ext uri="{FF2B5EF4-FFF2-40B4-BE49-F238E27FC236}">
                <a16:creationId xmlns:a16="http://schemas.microsoft.com/office/drawing/2014/main" id="{B6A98FF8-8558-4C2B-B0AC-DD877EA591A9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vent-3">
            <a:extLst>
              <a:ext uri="{FF2B5EF4-FFF2-40B4-BE49-F238E27FC236}">
                <a16:creationId xmlns:a16="http://schemas.microsoft.com/office/drawing/2014/main" id="{3B98D8F6-172C-4234-91C9-B47A76F70F83}"/>
              </a:ext>
            </a:extLst>
          </p:cNvPr>
          <p:cNvSpPr>
            <a:spLocks noGrp="1"/>
          </p:cNvSpPr>
          <p:nvPr/>
        </p:nvSpPr>
        <p:spPr>
          <a:xfrm>
            <a:off x="876300" y="353377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Copa Collazo · 13–17 ene</a:t>
            </a:r>
          </a:p>
        </p:txBody>
      </p:sp>
      <p:sp>
        <p:nvSpPr>
          <p:cNvPr id="13" name="event-dot-4">
            <a:extLst>
              <a:ext uri="{FF2B5EF4-FFF2-40B4-BE49-F238E27FC236}">
                <a16:creationId xmlns:a16="http://schemas.microsoft.com/office/drawing/2014/main" id="{AA642DC1-D565-42B0-AFE0-CF6A26F9694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vent-4">
            <a:extLst>
              <a:ext uri="{FF2B5EF4-FFF2-40B4-BE49-F238E27FC236}">
                <a16:creationId xmlns:a16="http://schemas.microsoft.com/office/drawing/2014/main" id="{2F26D3BE-C8F0-4A45-BF02-BF7F8A19911B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Showcase · 5–8 feb</a:t>
            </a:r>
          </a:p>
        </p:txBody>
      </p:sp>
      <p:sp>
        <p:nvSpPr>
          <p:cNvPr id="15" name="event-dot-5">
            <a:extLst>
              <a:ext uri="{FF2B5EF4-FFF2-40B4-BE49-F238E27FC236}">
                <a16:creationId xmlns:a16="http://schemas.microsoft.com/office/drawing/2014/main" id="{A948BE9C-9F23-4A36-A3C4-EE9A1FDD33D8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vent-5">
            <a:extLst>
              <a:ext uri="{FF2B5EF4-FFF2-40B4-BE49-F238E27FC236}">
                <a16:creationId xmlns:a16="http://schemas.microsoft.com/office/drawing/2014/main" id="{FD7C2FD3-7F12-48A2-ABD2-7BA237093C56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Volley Roots · 11–14 feb</a:t>
            </a:r>
          </a:p>
        </p:txBody>
      </p:sp>
      <p:sp>
        <p:nvSpPr>
          <p:cNvPr id="17" name="event-dot-6">
            <a:extLst>
              <a:ext uri="{FF2B5EF4-FFF2-40B4-BE49-F238E27FC236}">
                <a16:creationId xmlns:a16="http://schemas.microsoft.com/office/drawing/2014/main" id="{B8C334B7-7AAF-4212-B465-0CD241B35948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vent-6">
            <a:extLst>
              <a:ext uri="{FF2B5EF4-FFF2-40B4-BE49-F238E27FC236}">
                <a16:creationId xmlns:a16="http://schemas.microsoft.com/office/drawing/2014/main" id="{B2CE2FA2-8734-4C42-8375-83009C5002AE}"/>
              </a:ext>
            </a:extLst>
          </p:cNvPr>
          <p:cNvSpPr>
            <a:spLocks noGrp="1"/>
          </p:cNvSpPr>
          <p:nvPr/>
        </p:nvSpPr>
        <p:spPr>
          <a:xfrm>
            <a:off x="876300" y="54483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Caribbean Volleyball Championship · 4–7 mar</a:t>
            </a:r>
          </a:p>
        </p:txBody>
      </p:sp>
      <p:sp>
        <p:nvSpPr>
          <p:cNvPr id="19" name="event-dot-7">
            <a:extLst>
              <a:ext uri="{FF2B5EF4-FFF2-40B4-BE49-F238E27FC236}">
                <a16:creationId xmlns:a16="http://schemas.microsoft.com/office/drawing/2014/main" id="{887576CC-5226-4CCB-80D9-4ACA8DFFE589}"/>
              </a:ext>
            </a:extLst>
          </p:cNvPr>
          <p:cNvSpPr>
            <a:spLocks noGrp="1"/>
          </p:cNvSpPr>
          <p:nvPr/>
        </p:nvSpPr>
        <p:spPr>
          <a:xfrm>
            <a:off x="6229350" y="1733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vent-7">
            <a:extLst>
              <a:ext uri="{FF2B5EF4-FFF2-40B4-BE49-F238E27FC236}">
                <a16:creationId xmlns:a16="http://schemas.microsoft.com/office/drawing/2014/main" id="{E55437FB-4B7C-49F4-A8AC-0D5C60C8A2D0}"/>
              </a:ext>
            </a:extLst>
          </p:cNvPr>
          <p:cNvSpPr>
            <a:spLocks noGrp="1"/>
          </p:cNvSpPr>
          <p:nvPr/>
        </p:nvSpPr>
        <p:spPr>
          <a:xfrm>
            <a:off x="6496050" y="161925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Power League · 14–18 abr</a:t>
            </a:r>
          </a:p>
        </p:txBody>
      </p:sp>
      <p:sp>
        <p:nvSpPr>
          <p:cNvPr id="21" name="event-dot-8">
            <a:extLst>
              <a:ext uri="{FF2B5EF4-FFF2-40B4-BE49-F238E27FC236}">
                <a16:creationId xmlns:a16="http://schemas.microsoft.com/office/drawing/2014/main" id="{420F3CDE-CC3D-4EB3-BF6F-566400685164}"/>
              </a:ext>
            </a:extLst>
          </p:cNvPr>
          <p:cNvSpPr>
            <a:spLocks noGrp="1"/>
          </p:cNvSpPr>
          <p:nvPr/>
        </p:nvSpPr>
        <p:spPr>
          <a:xfrm>
            <a:off x="6229350" y="2371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vent-8">
            <a:extLst>
              <a:ext uri="{FF2B5EF4-FFF2-40B4-BE49-F238E27FC236}">
                <a16:creationId xmlns:a16="http://schemas.microsoft.com/office/drawing/2014/main" id="{3A8F49EC-D556-4D57-A5B9-FD7A07BE977A}"/>
              </a:ext>
            </a:extLst>
          </p:cNvPr>
          <p:cNvSpPr>
            <a:spLocks noGrp="1"/>
          </p:cNvSpPr>
          <p:nvPr/>
        </p:nvSpPr>
        <p:spPr>
          <a:xfrm>
            <a:off x="6496050" y="225742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The Finals · 29 abr–2 may</a:t>
            </a:r>
          </a:p>
        </p:txBody>
      </p:sp>
      <p:sp>
        <p:nvSpPr>
          <p:cNvPr id="23" name="event-dot-9">
            <a:extLst>
              <a:ext uri="{FF2B5EF4-FFF2-40B4-BE49-F238E27FC236}">
                <a16:creationId xmlns:a16="http://schemas.microsoft.com/office/drawing/2014/main" id="{3AA2A509-5475-4A6B-9183-21A69BF46AC2}"/>
              </a:ext>
            </a:extLst>
          </p:cNvPr>
          <p:cNvSpPr>
            <a:spLocks noGrp="1"/>
          </p:cNvSpPr>
          <p:nvPr/>
        </p:nvSpPr>
        <p:spPr>
          <a:xfrm>
            <a:off x="6229350" y="3009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vent-9">
            <a:extLst>
              <a:ext uri="{FF2B5EF4-FFF2-40B4-BE49-F238E27FC236}">
                <a16:creationId xmlns:a16="http://schemas.microsoft.com/office/drawing/2014/main" id="{18E11F4F-2670-407D-B267-1B59638B8AF2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Avoli · 12–16 may</a:t>
            </a:r>
          </a:p>
        </p:txBody>
      </p:sp>
      <p:sp>
        <p:nvSpPr>
          <p:cNvPr id="25" name="event-dot-10">
            <a:extLst>
              <a:ext uri="{FF2B5EF4-FFF2-40B4-BE49-F238E27FC236}">
                <a16:creationId xmlns:a16="http://schemas.microsoft.com/office/drawing/2014/main" id="{DA4520D4-4732-40BE-8CB6-36A254009858}"/>
              </a:ext>
            </a:extLst>
          </p:cNvPr>
          <p:cNvSpPr>
            <a:spLocks noGrp="1"/>
          </p:cNvSpPr>
          <p:nvPr/>
        </p:nvSpPr>
        <p:spPr>
          <a:xfrm>
            <a:off x="6229350" y="3648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8A8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vent-10">
            <a:extLst>
              <a:ext uri="{FF2B5EF4-FFF2-40B4-BE49-F238E27FC236}">
                <a16:creationId xmlns:a16="http://schemas.microsoft.com/office/drawing/2014/main" id="{D53E4158-3364-400D-96A3-4E679CD1DBD4}"/>
              </a:ext>
            </a:extLst>
          </p:cNvPr>
          <p:cNvSpPr>
            <a:spLocks noGrp="1"/>
          </p:cNvSpPr>
          <p:nvPr/>
        </p:nvSpPr>
        <p:spPr>
          <a:xfrm>
            <a:off x="6496050" y="353377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Summer Fest · 19–23 may</a:t>
            </a:r>
          </a:p>
        </p:txBody>
      </p:sp>
      <p:sp>
        <p:nvSpPr>
          <p:cNvPr id="27" name="event-dot-11">
            <a:extLst>
              <a:ext uri="{FF2B5EF4-FFF2-40B4-BE49-F238E27FC236}">
                <a16:creationId xmlns:a16="http://schemas.microsoft.com/office/drawing/2014/main" id="{D316E18D-C6B3-4DA6-A7A6-EA0213AB4D9F}"/>
              </a:ext>
            </a:extLst>
          </p:cNvPr>
          <p:cNvSpPr>
            <a:spLocks noGrp="1"/>
          </p:cNvSpPr>
          <p:nvPr/>
        </p:nvSpPr>
        <p:spPr>
          <a:xfrm>
            <a:off x="6229350" y="4286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23B8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vent-11">
            <a:extLst>
              <a:ext uri="{FF2B5EF4-FFF2-40B4-BE49-F238E27FC236}">
                <a16:creationId xmlns:a16="http://schemas.microsoft.com/office/drawing/2014/main" id="{9CB9986F-0F8C-4610-8E0E-8A8CAB55066C}"/>
              </a:ext>
            </a:extLst>
          </p:cNvPr>
          <p:cNvSpPr>
            <a:spLocks noGrp="1"/>
          </p:cNvSpPr>
          <p:nvPr/>
        </p:nvSpPr>
        <p:spPr>
          <a:xfrm>
            <a:off x="6496050" y="4171950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2213A"/>
                </a:solidFill>
              </a:defRPr>
            </a:pPr>
            <a:r>
              <a:rPr sz="1350" b="0">
                <a:solidFill>
                  <a:srgbClr val="12213A"/>
                </a:solidFill>
              </a:rPr>
              <a:t>Wicho’s Volleyball Challenge · 27–30 may</a:t>
            </a:r>
          </a:p>
        </p:txBody>
      </p:sp>
      <p:sp>
        <p:nvSpPr>
          <p:cNvPr id="29" name="event-dot-12">
            <a:extLst>
              <a:ext uri="{FF2B5EF4-FFF2-40B4-BE49-F238E27FC236}">
                <a16:creationId xmlns:a16="http://schemas.microsoft.com/office/drawing/2014/main" id="{F1F9F819-5EC0-4601-8CC0-3074B04066C9}"/>
              </a:ext>
            </a:extLst>
          </p:cNvPr>
          <p:cNvSpPr>
            <a:spLocks noGrp="1"/>
          </p:cNvSpPr>
          <p:nvPr/>
        </p:nvSpPr>
        <p:spPr>
          <a:xfrm>
            <a:off x="6229350" y="4924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vent-12">
            <a:extLst>
              <a:ext uri="{FF2B5EF4-FFF2-40B4-BE49-F238E27FC236}">
                <a16:creationId xmlns:a16="http://schemas.microsoft.com/office/drawing/2014/main" id="{B13519AD-1399-4A9B-84C6-9140E0CD49D6}"/>
              </a:ext>
            </a:extLst>
          </p:cNvPr>
          <p:cNvSpPr>
            <a:spLocks noGrp="1"/>
          </p:cNvSpPr>
          <p:nvPr/>
        </p:nvSpPr>
        <p:spPr>
          <a:xfrm>
            <a:off x="6496050" y="481012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AAU · 14–17 jun</a:t>
            </a:r>
          </a:p>
        </p:txBody>
      </p:sp>
      <p:sp>
        <p:nvSpPr>
          <p:cNvPr id="31" name="footer">
            <a:extLst>
              <a:ext uri="{FF2B5EF4-FFF2-40B4-BE49-F238E27FC236}">
                <a16:creationId xmlns:a16="http://schemas.microsoft.com/office/drawing/2014/main" id="{E73D8E4C-5868-43E2-9602-C303ED296E9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VAQUERAS 10U</a:t>
            </a:r>
          </a:p>
        </p:txBody>
      </p:sp>
      <p:sp>
        <p:nvSpPr>
          <p:cNvPr id="32" name="page">
            <a:extLst>
              <a:ext uri="{FF2B5EF4-FFF2-40B4-BE49-F238E27FC236}">
                <a16:creationId xmlns:a16="http://schemas.microsoft.com/office/drawing/2014/main" id="{0DE6EB8A-9915-44CF-A353-FBF3BDEF0CA4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B82"/>
                </a:solidFill>
              </a:defRPr>
            </a:pPr>
            <a:r>
              <a:rPr sz="900" b="1">
                <a:solidFill>
                  <a:srgbClr val="5B6B8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54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7093" r="7093"/>
          <a:stretch>
            <a:fillRect/>
          </a:stretch>
        </p:blipFill>
        <p:spPr>
          <a:xfrm>
            <a:off x="0" y="0"/>
            <a:ext cx="4381500" cy="6858000"/>
          </a:xfrm>
          <a:prstGeom prst="rect">
            <a:avLst/>
          </a:prstGeom>
        </p:spPr>
      </p:pic>
      <p:sp>
        <p:nvSpPr>
          <p:cNvPr id="2" name="shade">
            <a:extLst>
              <a:ext uri="{FF2B5EF4-FFF2-40B4-BE49-F238E27FC236}">
                <a16:creationId xmlns:a16="http://schemas.microsoft.com/office/drawing/2014/main" id="{98AE0F2F-D185-422B-ABC6-4E5BDBE6C0FA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1524000" cy="6858000"/>
          </a:xfrm>
          <a:prstGeom prst="rect">
            <a:avLst/>
          </a:prstGeom>
          <a:solidFill>
            <a:srgbClr val="071D49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15130" y="666750"/>
            <a:ext cx="1572239" cy="1047750"/>
          </a:xfrm>
          <a:prstGeom prst="rect">
            <a:avLst/>
          </a:prstGeom>
        </p:spPr>
      </p:pic>
      <p:sp>
        <p:nvSpPr>
          <p:cNvPr id="4" name="close-h">
            <a:extLst>
              <a:ext uri="{FF2B5EF4-FFF2-40B4-BE49-F238E27FC236}">
                <a16:creationId xmlns:a16="http://schemas.microsoft.com/office/drawing/2014/main" id="{217226C7-F81E-4D5B-A464-78E639F44907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28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25" b="1">
                <a:solidFill>
                  <a:srgbClr val="FFFFFF"/>
                </a:solidFill>
              </a:defRPr>
            </a:pPr>
            <a:r>
              <a:rPr kumimoji="0" sz="29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Más que una temporada,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25" b="1">
                <a:solidFill>
                  <a:srgbClr val="FFFFFF"/>
                </a:solidFill>
              </a:defRPr>
            </a:pPr>
            <a:r>
              <a:rPr kumimoji="0" sz="29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una experiencia para recordar</a:t>
            </a:r>
          </a:p>
        </p:txBody>
      </p:sp>
      <p:sp>
        <p:nvSpPr>
          <p:cNvPr id="5" name="close-rule">
            <a:extLst>
              <a:ext uri="{FF2B5EF4-FFF2-40B4-BE49-F238E27FC236}">
                <a16:creationId xmlns:a16="http://schemas.microsoft.com/office/drawing/2014/main" id="{C74B1C5B-33B6-494F-9D5F-410AB238C970}"/>
              </a:ext>
            </a:extLst>
          </p:cNvPr>
          <p:cNvSpPr>
            <a:spLocks noGrp="1"/>
          </p:cNvSpPr>
          <p:nvPr/>
        </p:nvSpPr>
        <p:spPr>
          <a:xfrm>
            <a:off x="4953000" y="3190875"/>
            <a:ext cx="1047750" cy="57150"/>
          </a:xfrm>
          <a:prstGeom prst="rect">
            <a:avLst/>
          </a:prstGeom>
          <a:solidFill>
            <a:srgbClr val="FFC92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close-b">
            <a:extLst>
              <a:ext uri="{FF2B5EF4-FFF2-40B4-BE49-F238E27FC236}">
                <a16:creationId xmlns:a16="http://schemas.microsoft.com/office/drawing/2014/main" id="{67747339-1B15-47CD-9603-7B27A0DFAC0E}"/>
              </a:ext>
            </a:extLst>
          </p:cNvPr>
          <p:cNvSpPr>
            <a:spLocks noGrp="1"/>
          </p:cNvSpPr>
          <p:nvPr/>
        </p:nvSpPr>
        <p:spPr>
          <a:xfrm>
            <a:off x="4953000" y="3619500"/>
            <a:ext cx="6191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D7E7F4"/>
                </a:solidFill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7E7F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Trabajaremos juntos para que estos jóvenes representen al Club Voleibol Vaqueros con orgullo, crezcan dentro y fuera de la cancha y construyan recuerdos para toda la vida.</a:t>
            </a:r>
          </a:p>
        </p:txBody>
      </p:sp>
      <p:sp>
        <p:nvSpPr>
          <p:cNvPr id="7" name="close-end">
            <a:extLst>
              <a:ext uri="{FF2B5EF4-FFF2-40B4-BE49-F238E27FC236}">
                <a16:creationId xmlns:a16="http://schemas.microsoft.com/office/drawing/2014/main" id="{19A72335-A21C-4B02-A4DB-EBEBDB7A7CF8}"/>
              </a:ext>
            </a:extLst>
          </p:cNvPr>
          <p:cNvSpPr>
            <a:spLocks noGrp="1"/>
          </p:cNvSpPr>
          <p:nvPr/>
        </p:nvSpPr>
        <p:spPr>
          <a:xfrm>
            <a:off x="4953000" y="52578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C928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C92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UNA MISMA META · UNA GRAN FAMILIA</a:t>
            </a:r>
          </a:p>
        </p:txBody>
      </p:sp>
      <p:sp>
        <p:nvSpPr>
          <p:cNvPr id="8" name="motto">
            <a:extLst>
              <a:ext uri="{FF2B5EF4-FFF2-40B4-BE49-F238E27FC236}">
                <a16:creationId xmlns:a16="http://schemas.microsoft.com/office/drawing/2014/main" id="{8AD34D8A-B577-4440-9EA8-A2DDD74BB98B}"/>
              </a:ext>
            </a:extLst>
          </p:cNvPr>
          <p:cNvSpPr>
            <a:spLocks noGrp="1"/>
          </p:cNvSpPr>
          <p:nvPr/>
        </p:nvSpPr>
        <p:spPr>
          <a:xfrm>
            <a:off x="4953000" y="5619750"/>
            <a:ext cx="619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Juntos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entrenamos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juntos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competimos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juntos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crecemos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Juntos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ganamos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juntos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perdemos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siempre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eremo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un</a:t>
            </a: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equipo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86E1A095-488B-4F35-8CD3-D473649497F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B8D7F0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B8D7F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VAQUEROS 10U</a:t>
            </a: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2B0BBC25-324E-4C97-8ED3-71A644B8096E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B8D7F0"/>
                </a:solidFill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B8D7F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4499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1064</Words>
  <Application>Microsoft Office PowerPoint</Application>
  <DocSecurity>0</DocSecurity>
  <PresentationFormat>Widescreen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Edwin E. Aponte</cp:lastModifiedBy>
  <cp:revision>1</cp:revision>
  <dcterms:created xsi:type="dcterms:W3CDTF">2026-08-20T17:57:05Z</dcterms:created>
  <dcterms:modified xsi:type="dcterms:W3CDTF">2026-08-21T12:04:45Z</dcterms:modified>
</cp:coreProperties>
</file>